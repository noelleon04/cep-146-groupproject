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25" r:id="rId4"/>
  </p:sldMasterIdLst>
  <p:notesMasterIdLst>
    <p:notesMasterId r:id="rId12"/>
  </p:notesMasterIdLst>
  <p:handoutMasterIdLst>
    <p:handoutMasterId r:id="rId13"/>
  </p:handoutMasterIdLst>
  <p:sldIdLst>
    <p:sldId id="376" r:id="rId5"/>
    <p:sldId id="389" r:id="rId6"/>
    <p:sldId id="379" r:id="rId7"/>
    <p:sldId id="380" r:id="rId8"/>
    <p:sldId id="381" r:id="rId9"/>
    <p:sldId id="382" r:id="rId10"/>
    <p:sldId id="38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0D0D"/>
    <a:srgbClr val="2C4A52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5388" autoAdjust="0"/>
  </p:normalViewPr>
  <p:slideViewPr>
    <p:cSldViewPr snapToGrid="0" showGuides="1">
      <p:cViewPr varScale="1">
        <p:scale>
          <a:sx n="152" d="100"/>
          <a:sy n="152" d="100"/>
        </p:scale>
        <p:origin x="660" y="13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5022" y="9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169671B-947A-44A3-A764-A91E66D4692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4B23CC-4610-41C4-A0CF-67A30700C47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7299BE-0F96-4D8C-8AC3-AFAE1A841C66}" type="datetimeFigureOut">
              <a:rPr lang="en-US" smtClean="0"/>
              <a:t>6/18/2026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94FC55-2324-40BC-8420-15EC835D957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3EC604-E5A5-4A58-AC5A-211F83D37C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3B048B-0EBA-466F-928F-37073F3BFB7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55076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4692AC-01A2-4EFF-966B-504F28E82D7A}" type="datetimeFigureOut">
              <a:rPr lang="en-US" noProof="0" smtClean="0"/>
              <a:t>6/18/2026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ED498D-6977-40EC-8E5E-7EB644D5E759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52264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D498D-6977-40EC-8E5E-7EB644D5E759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78711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phic 17">
            <a:extLst>
              <a:ext uri="{FF2B5EF4-FFF2-40B4-BE49-F238E27FC236}">
                <a16:creationId xmlns:a16="http://schemas.microsoft.com/office/drawing/2014/main" id="{7FAC3601-9744-9840-0229-E000CCFBEA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4763" y="-21887"/>
            <a:ext cx="6064493" cy="687988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119890" y="723440"/>
            <a:ext cx="4323426" cy="2579052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6000" spc="-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128152" y="5248834"/>
            <a:ext cx="4323426" cy="1008925"/>
          </a:xfrm>
        </p:spPr>
        <p:txBody>
          <a:bodyPr lIns="91440" rIns="91440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cap="all" spc="1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Add Subtitle here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F200699-2797-D741-1EC1-B83FCA4B197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2235"/>
            <a:ext cx="5840730" cy="6862275"/>
          </a:xfrm>
          <a:custGeom>
            <a:avLst/>
            <a:gdLst>
              <a:gd name="connsiteX0" fmla="*/ 0 w 6064250"/>
              <a:gd name="connsiteY0" fmla="*/ 0 h 6877051"/>
              <a:gd name="connsiteX1" fmla="*/ 606425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6064250"/>
              <a:gd name="connsiteY0" fmla="*/ 0 h 6877051"/>
              <a:gd name="connsiteX1" fmla="*/ 584073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4028621 w 5840730"/>
              <a:gd name="connsiteY2" fmla="*/ 6887937 h 6887937"/>
              <a:gd name="connsiteX3" fmla="*/ 0 w 5840730"/>
              <a:gd name="connsiteY3" fmla="*/ 6877051 h 6887937"/>
              <a:gd name="connsiteX4" fmla="*/ 0 w 5840730"/>
              <a:gd name="connsiteY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028621 w 5840730"/>
              <a:gd name="connsiteY3" fmla="*/ 6887937 h 6887937"/>
              <a:gd name="connsiteX4" fmla="*/ 0 w 5840730"/>
              <a:gd name="connsiteY4" fmla="*/ 6877051 h 6887937"/>
              <a:gd name="connsiteX5" fmla="*/ 0 w 5840730"/>
              <a:gd name="connsiteY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028621 w 5840730"/>
              <a:gd name="connsiteY4" fmla="*/ 6887937 h 6887937"/>
              <a:gd name="connsiteX5" fmla="*/ 0 w 5840730"/>
              <a:gd name="connsiteY5" fmla="*/ 6877051 h 6887937"/>
              <a:gd name="connsiteX6" fmla="*/ 0 w 5840730"/>
              <a:gd name="connsiteY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785360 w 5840730"/>
              <a:gd name="connsiteY4" fmla="*/ 3926535 h 6887937"/>
              <a:gd name="connsiteX5" fmla="*/ 4028621 w 5840730"/>
              <a:gd name="connsiteY5" fmla="*/ 6887937 h 6887937"/>
              <a:gd name="connsiteX6" fmla="*/ 0 w 5840730"/>
              <a:gd name="connsiteY6" fmla="*/ 6877051 h 6887937"/>
              <a:gd name="connsiteX7" fmla="*/ 0 w 5840730"/>
              <a:gd name="connsiteY7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22520 w 5840730"/>
              <a:gd name="connsiteY5" fmla="*/ 3415995 h 6887937"/>
              <a:gd name="connsiteX6" fmla="*/ 4785360 w 5840730"/>
              <a:gd name="connsiteY6" fmla="*/ 3926535 h 6887937"/>
              <a:gd name="connsiteX7" fmla="*/ 4028621 w 5840730"/>
              <a:gd name="connsiteY7" fmla="*/ 6887937 h 6887937"/>
              <a:gd name="connsiteX8" fmla="*/ 0 w 5840730"/>
              <a:gd name="connsiteY8" fmla="*/ 6877051 h 6887937"/>
              <a:gd name="connsiteX9" fmla="*/ 0 w 5840730"/>
              <a:gd name="connsiteY9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4922520 w 5840730"/>
              <a:gd name="connsiteY6" fmla="*/ 341599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922520 w 5840730"/>
              <a:gd name="connsiteY7" fmla="*/ 341599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457700 w 5840730"/>
              <a:gd name="connsiteY7" fmla="*/ 384271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37760 w 5840730"/>
              <a:gd name="connsiteY5" fmla="*/ 16100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5681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33950 w 5840730"/>
              <a:gd name="connsiteY3" fmla="*/ 273781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61560 w 5840730"/>
              <a:gd name="connsiteY3" fmla="*/ 29435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42510 w 5840730"/>
              <a:gd name="connsiteY3" fmla="*/ 30197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560570 w 5840730"/>
              <a:gd name="connsiteY11" fmla="*/ 412084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09160 w 5840730"/>
              <a:gd name="connsiteY11" fmla="*/ 363316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840730" h="6887937">
                <a:moveTo>
                  <a:pt x="0" y="0"/>
                </a:moveTo>
                <a:lnTo>
                  <a:pt x="5840730" y="0"/>
                </a:lnTo>
                <a:lnTo>
                  <a:pt x="5090160" y="2775915"/>
                </a:lnTo>
                <a:cubicBezTo>
                  <a:pt x="5057140" y="2883865"/>
                  <a:pt x="5020310" y="2976575"/>
                  <a:pt x="4853940" y="2962605"/>
                </a:cubicBezTo>
                <a:cubicBezTo>
                  <a:pt x="4668520" y="2845765"/>
                  <a:pt x="4761230" y="2747975"/>
                  <a:pt x="4754880" y="2692095"/>
                </a:cubicBezTo>
                <a:cubicBezTo>
                  <a:pt x="4845050" y="2355545"/>
                  <a:pt x="4904740" y="2121865"/>
                  <a:pt x="4979670" y="1846275"/>
                </a:cubicBezTo>
                <a:cubicBezTo>
                  <a:pt x="5021580" y="1687525"/>
                  <a:pt x="4996180" y="1615135"/>
                  <a:pt x="4872990" y="1571955"/>
                </a:cubicBezTo>
                <a:cubicBezTo>
                  <a:pt x="4738370" y="1563065"/>
                  <a:pt x="4699000" y="1597355"/>
                  <a:pt x="4655820" y="1770075"/>
                </a:cubicBezTo>
                <a:cubicBezTo>
                  <a:pt x="4671060" y="1858975"/>
                  <a:pt x="3878580" y="4599635"/>
                  <a:pt x="3893820" y="4688535"/>
                </a:cubicBezTo>
                <a:cubicBezTo>
                  <a:pt x="3858895" y="4824425"/>
                  <a:pt x="3925570" y="4880305"/>
                  <a:pt x="3992880" y="4905705"/>
                </a:cubicBezTo>
                <a:cubicBezTo>
                  <a:pt x="4102100" y="4904435"/>
                  <a:pt x="4158615" y="4917135"/>
                  <a:pt x="4213860" y="4757115"/>
                </a:cubicBezTo>
                <a:lnTo>
                  <a:pt x="4457700" y="3842715"/>
                </a:lnTo>
                <a:cubicBezTo>
                  <a:pt x="4481830" y="3756355"/>
                  <a:pt x="4555490" y="3692855"/>
                  <a:pt x="4686300" y="3713175"/>
                </a:cubicBezTo>
                <a:cubicBezTo>
                  <a:pt x="4829810" y="3791915"/>
                  <a:pt x="4782820" y="3882085"/>
                  <a:pt x="4785360" y="3926535"/>
                </a:cubicBezTo>
                <a:lnTo>
                  <a:pt x="4028621" y="6887937"/>
                </a:lnTo>
                <a:lnTo>
                  <a:pt x="0" y="687705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anchor="ctr"/>
          <a:lstStyle>
            <a:lvl1pPr algn="ctr">
              <a:defRPr baseline="-25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5E91AD6-E4A6-F082-0E76-DAF7D57B51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19274" y="3373515"/>
            <a:ext cx="4323426" cy="1008926"/>
          </a:xfrm>
        </p:spPr>
        <p:txBody>
          <a:bodyPr lIns="91440" rIns="91440">
            <a:noAutofit/>
          </a:bodyPr>
          <a:lstStyle>
            <a:lvl1pPr marL="0" indent="0">
              <a:buNone/>
              <a:defRPr sz="6000" b="1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###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ADF7228-F4CB-A1B9-79EA-6324053164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4559556" y="-10665"/>
            <a:ext cx="1930144" cy="6877290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3164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B8C35C0-4758-2887-0763-E78795846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3537" y="-1946"/>
            <a:ext cx="3601340" cy="6881814"/>
          </a:xfrm>
          <a:custGeom>
            <a:avLst/>
            <a:gdLst>
              <a:gd name="connsiteX0" fmla="*/ 3601340 w 3601340"/>
              <a:gd name="connsiteY0" fmla="*/ 0 h 6881814"/>
              <a:gd name="connsiteX1" fmla="*/ 0 w 3601340"/>
              <a:gd name="connsiteY1" fmla="*/ 0 h 6881814"/>
              <a:gd name="connsiteX2" fmla="*/ 0 w 3601340"/>
              <a:gd name="connsiteY2" fmla="*/ 6881815 h 6881814"/>
              <a:gd name="connsiteX3" fmla="*/ 1064235 w 3601340"/>
              <a:gd name="connsiteY3" fmla="*/ 6881815 h 6881814"/>
              <a:gd name="connsiteX4" fmla="*/ 1441045 w 3601340"/>
              <a:gd name="connsiteY4" fmla="*/ 5490188 h 6881814"/>
              <a:gd name="connsiteX5" fmla="*/ 1835678 w 3601340"/>
              <a:gd name="connsiteY5" fmla="*/ 4034957 h 6881814"/>
              <a:gd name="connsiteX6" fmla="*/ 2045724 w 3601340"/>
              <a:gd name="connsiteY6" fmla="*/ 3914112 h 6881814"/>
              <a:gd name="connsiteX7" fmla="*/ 2166660 w 3601340"/>
              <a:gd name="connsiteY7" fmla="*/ 4124001 h 6881814"/>
              <a:gd name="connsiteX8" fmla="*/ 1906966 w 3601340"/>
              <a:gd name="connsiteY8" fmla="*/ 5081858 h 6881814"/>
              <a:gd name="connsiteX9" fmla="*/ 2027902 w 3601340"/>
              <a:gd name="connsiteY9" fmla="*/ 5291747 h 6881814"/>
              <a:gd name="connsiteX10" fmla="*/ 2227765 w 3601340"/>
              <a:gd name="connsiteY10" fmla="*/ 5198887 h 6881814"/>
              <a:gd name="connsiteX11" fmla="*/ 2570204 w 3601340"/>
              <a:gd name="connsiteY11" fmla="*/ 3923016 h 6881814"/>
              <a:gd name="connsiteX12" fmla="*/ 2602029 w 3601340"/>
              <a:gd name="connsiteY12" fmla="*/ 3799627 h 6881814"/>
              <a:gd name="connsiteX13" fmla="*/ 3601340 w 3601340"/>
              <a:gd name="connsiteY13" fmla="*/ 0 h 6881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601340" h="6881814">
                <a:moveTo>
                  <a:pt x="3601340" y="0"/>
                </a:moveTo>
                <a:lnTo>
                  <a:pt x="0" y="0"/>
                </a:lnTo>
                <a:lnTo>
                  <a:pt x="0" y="6881815"/>
                </a:lnTo>
                <a:lnTo>
                  <a:pt x="1064235" y="6881815"/>
                </a:lnTo>
                <a:lnTo>
                  <a:pt x="1441045" y="5490188"/>
                </a:lnTo>
                <a:lnTo>
                  <a:pt x="1835678" y="4034957"/>
                </a:lnTo>
                <a:cubicBezTo>
                  <a:pt x="1859865" y="3943369"/>
                  <a:pt x="1954068" y="3889943"/>
                  <a:pt x="2045724" y="3914112"/>
                </a:cubicBezTo>
                <a:cubicBezTo>
                  <a:pt x="2137381" y="3938281"/>
                  <a:pt x="2190847" y="4032413"/>
                  <a:pt x="2166660" y="4124001"/>
                </a:cubicBezTo>
                <a:lnTo>
                  <a:pt x="1906966" y="5081858"/>
                </a:lnTo>
                <a:cubicBezTo>
                  <a:pt x="1882779" y="5173446"/>
                  <a:pt x="1936246" y="5267578"/>
                  <a:pt x="2027902" y="5291747"/>
                </a:cubicBezTo>
                <a:cubicBezTo>
                  <a:pt x="2109375" y="5313372"/>
                  <a:pt x="2193393" y="5272666"/>
                  <a:pt x="2227765" y="5198887"/>
                </a:cubicBezTo>
                <a:lnTo>
                  <a:pt x="2570204" y="3923016"/>
                </a:lnTo>
                <a:lnTo>
                  <a:pt x="2602029" y="3799627"/>
                </a:lnTo>
                <a:lnTo>
                  <a:pt x="360134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F200699-2797-D741-1EC1-B83FCA4B197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flipH="1">
            <a:off x="7163691" y="0"/>
            <a:ext cx="5024825" cy="6858000"/>
          </a:xfrm>
          <a:custGeom>
            <a:avLst/>
            <a:gdLst>
              <a:gd name="connsiteX0" fmla="*/ 0 w 6064250"/>
              <a:gd name="connsiteY0" fmla="*/ 0 h 6877051"/>
              <a:gd name="connsiteX1" fmla="*/ 606425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6064250"/>
              <a:gd name="connsiteY0" fmla="*/ 0 h 6877051"/>
              <a:gd name="connsiteX1" fmla="*/ 584073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4028621 w 5840730"/>
              <a:gd name="connsiteY2" fmla="*/ 6887937 h 6887937"/>
              <a:gd name="connsiteX3" fmla="*/ 0 w 5840730"/>
              <a:gd name="connsiteY3" fmla="*/ 6877051 h 6887937"/>
              <a:gd name="connsiteX4" fmla="*/ 0 w 5840730"/>
              <a:gd name="connsiteY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028621 w 5840730"/>
              <a:gd name="connsiteY3" fmla="*/ 6887937 h 6887937"/>
              <a:gd name="connsiteX4" fmla="*/ 0 w 5840730"/>
              <a:gd name="connsiteY4" fmla="*/ 6877051 h 6887937"/>
              <a:gd name="connsiteX5" fmla="*/ 0 w 5840730"/>
              <a:gd name="connsiteY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028621 w 5840730"/>
              <a:gd name="connsiteY4" fmla="*/ 6887937 h 6887937"/>
              <a:gd name="connsiteX5" fmla="*/ 0 w 5840730"/>
              <a:gd name="connsiteY5" fmla="*/ 6877051 h 6887937"/>
              <a:gd name="connsiteX6" fmla="*/ 0 w 5840730"/>
              <a:gd name="connsiteY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785360 w 5840730"/>
              <a:gd name="connsiteY4" fmla="*/ 3926535 h 6887937"/>
              <a:gd name="connsiteX5" fmla="*/ 4028621 w 5840730"/>
              <a:gd name="connsiteY5" fmla="*/ 6887937 h 6887937"/>
              <a:gd name="connsiteX6" fmla="*/ 0 w 5840730"/>
              <a:gd name="connsiteY6" fmla="*/ 6877051 h 6887937"/>
              <a:gd name="connsiteX7" fmla="*/ 0 w 5840730"/>
              <a:gd name="connsiteY7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22520 w 5840730"/>
              <a:gd name="connsiteY5" fmla="*/ 3415995 h 6887937"/>
              <a:gd name="connsiteX6" fmla="*/ 4785360 w 5840730"/>
              <a:gd name="connsiteY6" fmla="*/ 3926535 h 6887937"/>
              <a:gd name="connsiteX7" fmla="*/ 4028621 w 5840730"/>
              <a:gd name="connsiteY7" fmla="*/ 6887937 h 6887937"/>
              <a:gd name="connsiteX8" fmla="*/ 0 w 5840730"/>
              <a:gd name="connsiteY8" fmla="*/ 6877051 h 6887937"/>
              <a:gd name="connsiteX9" fmla="*/ 0 w 5840730"/>
              <a:gd name="connsiteY9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4922520 w 5840730"/>
              <a:gd name="connsiteY6" fmla="*/ 341599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922520 w 5840730"/>
              <a:gd name="connsiteY7" fmla="*/ 341599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457700 w 5840730"/>
              <a:gd name="connsiteY7" fmla="*/ 384271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37760 w 5840730"/>
              <a:gd name="connsiteY5" fmla="*/ 16100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5681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33950 w 5840730"/>
              <a:gd name="connsiteY3" fmla="*/ 273781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61560 w 5840730"/>
              <a:gd name="connsiteY3" fmla="*/ 29435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42510 w 5840730"/>
              <a:gd name="connsiteY3" fmla="*/ 30197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560570 w 5840730"/>
              <a:gd name="connsiteY11" fmla="*/ 412084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09160 w 5840730"/>
              <a:gd name="connsiteY11" fmla="*/ 363316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655820 w 5840730"/>
              <a:gd name="connsiteY6" fmla="*/ 1770075 h 6887937"/>
              <a:gd name="connsiteX7" fmla="*/ 3893820 w 5840730"/>
              <a:gd name="connsiteY7" fmla="*/ 4688535 h 6887937"/>
              <a:gd name="connsiteX8" fmla="*/ 3992880 w 5840730"/>
              <a:gd name="connsiteY8" fmla="*/ 490570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3893820 w 5840730"/>
              <a:gd name="connsiteY6" fmla="*/ 4688535 h 6887937"/>
              <a:gd name="connsiteX7" fmla="*/ 3992880 w 5840730"/>
              <a:gd name="connsiteY7" fmla="*/ 490570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686300 w 5840730"/>
              <a:gd name="connsiteY10" fmla="*/ 371317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3893820 w 5840730"/>
              <a:gd name="connsiteY5" fmla="*/ 4688535 h 6887937"/>
              <a:gd name="connsiteX6" fmla="*/ 3992880 w 5840730"/>
              <a:gd name="connsiteY6" fmla="*/ 490570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686300 w 5840730"/>
              <a:gd name="connsiteY9" fmla="*/ 371317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3893820 w 5840730"/>
              <a:gd name="connsiteY4" fmla="*/ 4688535 h 6887937"/>
              <a:gd name="connsiteX5" fmla="*/ 3992880 w 5840730"/>
              <a:gd name="connsiteY5" fmla="*/ 4905705 h 6887937"/>
              <a:gd name="connsiteX6" fmla="*/ 4213860 w 5840730"/>
              <a:gd name="connsiteY6" fmla="*/ 4757115 h 6887937"/>
              <a:gd name="connsiteX7" fmla="*/ 4457700 w 5840730"/>
              <a:gd name="connsiteY7" fmla="*/ 3842715 h 6887937"/>
              <a:gd name="connsiteX8" fmla="*/ 4686300 w 5840730"/>
              <a:gd name="connsiteY8" fmla="*/ 371317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3893820 w 5840730"/>
              <a:gd name="connsiteY3" fmla="*/ 4688535 h 6887937"/>
              <a:gd name="connsiteX4" fmla="*/ 3992880 w 5840730"/>
              <a:gd name="connsiteY4" fmla="*/ 4905705 h 6887937"/>
              <a:gd name="connsiteX5" fmla="*/ 4213860 w 5840730"/>
              <a:gd name="connsiteY5" fmla="*/ 4757115 h 6887937"/>
              <a:gd name="connsiteX6" fmla="*/ 4457700 w 5840730"/>
              <a:gd name="connsiteY6" fmla="*/ 3842715 h 6887937"/>
              <a:gd name="connsiteX7" fmla="*/ 4686300 w 5840730"/>
              <a:gd name="connsiteY7" fmla="*/ 371317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3893820 w 5840730"/>
              <a:gd name="connsiteY2" fmla="*/ 4688535 h 6887937"/>
              <a:gd name="connsiteX3" fmla="*/ 3992880 w 5840730"/>
              <a:gd name="connsiteY3" fmla="*/ 4905705 h 6887937"/>
              <a:gd name="connsiteX4" fmla="*/ 4213860 w 5840730"/>
              <a:gd name="connsiteY4" fmla="*/ 4757115 h 6887937"/>
              <a:gd name="connsiteX5" fmla="*/ 4457700 w 5840730"/>
              <a:gd name="connsiteY5" fmla="*/ 3842715 h 6887937"/>
              <a:gd name="connsiteX6" fmla="*/ 4686300 w 5840730"/>
              <a:gd name="connsiteY6" fmla="*/ 371317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4790753"/>
              <a:gd name="connsiteY0" fmla="*/ 0 h 6887937"/>
              <a:gd name="connsiteX1" fmla="*/ 2674743 w 4790753"/>
              <a:gd name="connsiteY1" fmla="*/ 49345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310950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12040 w 4790753"/>
              <a:gd name="connsiteY2" fmla="*/ 3464777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244891 w 4790753"/>
              <a:gd name="connsiteY2" fmla="*/ 3464778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392375 w 4790753"/>
              <a:gd name="connsiteY2" fmla="*/ 3464779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392375 w 5110169"/>
              <a:gd name="connsiteY2" fmla="*/ 3464779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66000 w 5110169"/>
              <a:gd name="connsiteY2" fmla="*/ 4629324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16839 w 5110169"/>
              <a:gd name="connsiteY2" fmla="*/ 4550372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589019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034002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300466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42040 w 5110169"/>
              <a:gd name="connsiteY3" fmla="*/ 5566930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05329 w 5110169"/>
              <a:gd name="connsiteY2" fmla="*/ 4974740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75832 w 5110169"/>
              <a:gd name="connsiteY2" fmla="*/ 503395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198620 w 5110169"/>
              <a:gd name="connsiteY7" fmla="*/ 4133044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251960 w 5110169"/>
              <a:gd name="connsiteY7" fmla="*/ 4071856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030921"/>
              <a:gd name="connsiteY0" fmla="*/ 0 h 6877051"/>
              <a:gd name="connsiteX1" fmla="*/ 2487931 w 5030921"/>
              <a:gd name="connsiteY1" fmla="*/ 0 h 6877051"/>
              <a:gd name="connsiteX2" fmla="*/ 3834825 w 5030921"/>
              <a:gd name="connsiteY2" fmla="*/ 5142514 h 6877051"/>
              <a:gd name="connsiteX3" fmla="*/ 4074118 w 5030921"/>
              <a:gd name="connsiteY3" fmla="*/ 5314407 h 6877051"/>
              <a:gd name="connsiteX4" fmla="*/ 4168140 w 5030921"/>
              <a:gd name="connsiteY4" fmla="*/ 5055407 h 6877051"/>
              <a:gd name="connsiteX5" fmla="*/ 3935730 w 5030921"/>
              <a:gd name="connsiteY5" fmla="*/ 4175425 h 6877051"/>
              <a:gd name="connsiteX6" fmla="*/ 4061460 w 5030921"/>
              <a:gd name="connsiteY6" fmla="*/ 3931157 h 6877051"/>
              <a:gd name="connsiteX7" fmla="*/ 4251960 w 5030921"/>
              <a:gd name="connsiteY7" fmla="*/ 4071856 h 6877051"/>
              <a:gd name="connsiteX8" fmla="*/ 5030921 w 5030921"/>
              <a:gd name="connsiteY8" fmla="*/ 6875699 h 6877051"/>
              <a:gd name="connsiteX9" fmla="*/ 0 w 5030921"/>
              <a:gd name="connsiteY9" fmla="*/ 6877051 h 6877051"/>
              <a:gd name="connsiteX10" fmla="*/ 0 w 5030921"/>
              <a:gd name="connsiteY10" fmla="*/ 0 h 6877051"/>
              <a:gd name="connsiteX0" fmla="*/ 0 w 4963865"/>
              <a:gd name="connsiteY0" fmla="*/ 0 h 6877051"/>
              <a:gd name="connsiteX1" fmla="*/ 2487931 w 4963865"/>
              <a:gd name="connsiteY1" fmla="*/ 0 h 6877051"/>
              <a:gd name="connsiteX2" fmla="*/ 3834825 w 4963865"/>
              <a:gd name="connsiteY2" fmla="*/ 5142514 h 6877051"/>
              <a:gd name="connsiteX3" fmla="*/ 4074118 w 4963865"/>
              <a:gd name="connsiteY3" fmla="*/ 5314407 h 6877051"/>
              <a:gd name="connsiteX4" fmla="*/ 4168140 w 4963865"/>
              <a:gd name="connsiteY4" fmla="*/ 5055407 h 6877051"/>
              <a:gd name="connsiteX5" fmla="*/ 3935730 w 4963865"/>
              <a:gd name="connsiteY5" fmla="*/ 4175425 h 6877051"/>
              <a:gd name="connsiteX6" fmla="*/ 4061460 w 4963865"/>
              <a:gd name="connsiteY6" fmla="*/ 3931157 h 6877051"/>
              <a:gd name="connsiteX7" fmla="*/ 4251960 w 4963865"/>
              <a:gd name="connsiteY7" fmla="*/ 4071856 h 6877051"/>
              <a:gd name="connsiteX8" fmla="*/ 4963865 w 4963865"/>
              <a:gd name="connsiteY8" fmla="*/ 6875699 h 6877051"/>
              <a:gd name="connsiteX9" fmla="*/ 0 w 4963865"/>
              <a:gd name="connsiteY9" fmla="*/ 6877051 h 6877051"/>
              <a:gd name="connsiteX10" fmla="*/ 0 w 4963865"/>
              <a:gd name="connsiteY10" fmla="*/ 0 h 6877051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024825" h="6881818">
                <a:moveTo>
                  <a:pt x="0" y="0"/>
                </a:moveTo>
                <a:lnTo>
                  <a:pt x="2487931" y="0"/>
                </a:lnTo>
                <a:lnTo>
                  <a:pt x="3834825" y="5142514"/>
                </a:lnTo>
                <a:cubicBezTo>
                  <a:pt x="3851116" y="5182666"/>
                  <a:pt x="3878538" y="5351369"/>
                  <a:pt x="4048718" y="5314407"/>
                </a:cubicBezTo>
                <a:cubicBezTo>
                  <a:pt x="4218898" y="5277445"/>
                  <a:pt x="4184015" y="5205230"/>
                  <a:pt x="4168140" y="5055407"/>
                </a:cubicBezTo>
                <a:lnTo>
                  <a:pt x="3935730" y="4175425"/>
                </a:lnTo>
                <a:cubicBezTo>
                  <a:pt x="3924300" y="4083966"/>
                  <a:pt x="3902710" y="3989870"/>
                  <a:pt x="4061460" y="3941355"/>
                </a:cubicBezTo>
                <a:cubicBezTo>
                  <a:pt x="4194810" y="3923207"/>
                  <a:pt x="4213860" y="4007005"/>
                  <a:pt x="4251960" y="4071856"/>
                </a:cubicBezTo>
                <a:lnTo>
                  <a:pt x="5024825" y="6881818"/>
                </a:lnTo>
                <a:lnTo>
                  <a:pt x="0" y="687705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anchor="ctr"/>
          <a:lstStyle>
            <a:lvl1pPr algn="ctr">
              <a:defRPr baseline="-25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1359A1-A1B1-9DC6-08B9-8042E7FBA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6889763" y="0"/>
            <a:ext cx="1822122" cy="6871447"/>
          </a:xfrm>
          <a:prstGeom prst="line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Footer Placeholder 8">
            <a:extLst>
              <a:ext uri="{FF2B5EF4-FFF2-40B4-BE49-F238E27FC236}">
                <a16:creationId xmlns:a16="http://schemas.microsoft.com/office/drawing/2014/main" id="{28D89004-F984-BB7D-2489-E7EC551298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4241" y="6290774"/>
            <a:ext cx="6637071" cy="365125"/>
          </a:xfrm>
          <a:prstGeom prst="rect">
            <a:avLst/>
          </a:prstGeom>
        </p:spPr>
        <p:txBody>
          <a:bodyPr/>
          <a:lstStyle>
            <a:lvl1pPr>
              <a:defRPr sz="11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Add footer here</a:t>
            </a:r>
          </a:p>
        </p:txBody>
      </p:sp>
      <p:sp>
        <p:nvSpPr>
          <p:cNvPr id="21" name="Slide Number Placeholder 9">
            <a:extLst>
              <a:ext uri="{FF2B5EF4-FFF2-40B4-BE49-F238E27FC236}">
                <a16:creationId xmlns:a16="http://schemas.microsoft.com/office/drawing/2014/main" id="{E2790754-E9EF-9F79-825B-5AB348DFA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0206913-4198-C5BA-6B13-02095EAA2B6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6322" y="320040"/>
            <a:ext cx="6732237" cy="1017147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3600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770BC68-C025-CE63-EEBA-5DC7ADC44D9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24242" y="1749479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o1.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2F993316-5D9D-6B5D-B678-3E0B84A3C0D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43379" y="1749479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41C39372-CEC6-2265-7611-84F187C126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4242" y="2378035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o2.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E13D63F-D0AC-7CD2-770C-6AB09F1BA68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43379" y="2378035"/>
            <a:ext cx="5885179" cy="533400"/>
          </a:xfrm>
        </p:spPr>
        <p:txBody>
          <a:bodyPr bIns="0" anchor="b"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85BF73EF-490D-CA1C-DAD3-BACB141D09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4242" y="3006909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o3.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B82C914D-7190-2AD0-228B-6DA13843762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43379" y="3009613"/>
            <a:ext cx="5885179" cy="533400"/>
          </a:xfrm>
        </p:spPr>
        <p:txBody>
          <a:bodyPr bIns="0" anchor="b"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AE3299D-125C-8DBC-60F9-82920ADE34E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4242" y="3635783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o4.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B84261D4-8740-689B-A5CA-C6442BC13E2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43379" y="3638169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7D4393D6-D866-E411-A222-2FE8B99C4D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4242" y="4264656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o5.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94666BC0-682D-FE04-6EC3-AA81EA3F96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43379" y="4269747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4737091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615541" y="715654"/>
            <a:ext cx="4786877" cy="1518315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spc="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605708" y="2431477"/>
            <a:ext cx="4786877" cy="763899"/>
          </a:xfrm>
        </p:spPr>
        <p:txBody>
          <a:bodyPr lIns="91440" tIns="91440" rIns="91440" bIns="0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400" cap="none" spc="0" baseline="0">
                <a:solidFill>
                  <a:schemeClr val="accent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Add Subtitle here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F200699-2797-D741-1EC1-B83FCA4B197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2235"/>
            <a:ext cx="5840730" cy="6862275"/>
          </a:xfrm>
          <a:custGeom>
            <a:avLst/>
            <a:gdLst>
              <a:gd name="connsiteX0" fmla="*/ 0 w 6064250"/>
              <a:gd name="connsiteY0" fmla="*/ 0 h 6877051"/>
              <a:gd name="connsiteX1" fmla="*/ 606425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6064250"/>
              <a:gd name="connsiteY0" fmla="*/ 0 h 6877051"/>
              <a:gd name="connsiteX1" fmla="*/ 584073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4028621 w 5840730"/>
              <a:gd name="connsiteY2" fmla="*/ 6887937 h 6887937"/>
              <a:gd name="connsiteX3" fmla="*/ 0 w 5840730"/>
              <a:gd name="connsiteY3" fmla="*/ 6877051 h 6887937"/>
              <a:gd name="connsiteX4" fmla="*/ 0 w 5840730"/>
              <a:gd name="connsiteY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028621 w 5840730"/>
              <a:gd name="connsiteY3" fmla="*/ 6887937 h 6887937"/>
              <a:gd name="connsiteX4" fmla="*/ 0 w 5840730"/>
              <a:gd name="connsiteY4" fmla="*/ 6877051 h 6887937"/>
              <a:gd name="connsiteX5" fmla="*/ 0 w 5840730"/>
              <a:gd name="connsiteY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028621 w 5840730"/>
              <a:gd name="connsiteY4" fmla="*/ 6887937 h 6887937"/>
              <a:gd name="connsiteX5" fmla="*/ 0 w 5840730"/>
              <a:gd name="connsiteY5" fmla="*/ 6877051 h 6887937"/>
              <a:gd name="connsiteX6" fmla="*/ 0 w 5840730"/>
              <a:gd name="connsiteY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785360 w 5840730"/>
              <a:gd name="connsiteY4" fmla="*/ 3926535 h 6887937"/>
              <a:gd name="connsiteX5" fmla="*/ 4028621 w 5840730"/>
              <a:gd name="connsiteY5" fmla="*/ 6887937 h 6887937"/>
              <a:gd name="connsiteX6" fmla="*/ 0 w 5840730"/>
              <a:gd name="connsiteY6" fmla="*/ 6877051 h 6887937"/>
              <a:gd name="connsiteX7" fmla="*/ 0 w 5840730"/>
              <a:gd name="connsiteY7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22520 w 5840730"/>
              <a:gd name="connsiteY5" fmla="*/ 3415995 h 6887937"/>
              <a:gd name="connsiteX6" fmla="*/ 4785360 w 5840730"/>
              <a:gd name="connsiteY6" fmla="*/ 3926535 h 6887937"/>
              <a:gd name="connsiteX7" fmla="*/ 4028621 w 5840730"/>
              <a:gd name="connsiteY7" fmla="*/ 6887937 h 6887937"/>
              <a:gd name="connsiteX8" fmla="*/ 0 w 5840730"/>
              <a:gd name="connsiteY8" fmla="*/ 6877051 h 6887937"/>
              <a:gd name="connsiteX9" fmla="*/ 0 w 5840730"/>
              <a:gd name="connsiteY9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4922520 w 5840730"/>
              <a:gd name="connsiteY6" fmla="*/ 341599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922520 w 5840730"/>
              <a:gd name="connsiteY7" fmla="*/ 341599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457700 w 5840730"/>
              <a:gd name="connsiteY7" fmla="*/ 384271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37760 w 5840730"/>
              <a:gd name="connsiteY5" fmla="*/ 16100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5681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33950 w 5840730"/>
              <a:gd name="connsiteY3" fmla="*/ 273781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61560 w 5840730"/>
              <a:gd name="connsiteY3" fmla="*/ 29435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42510 w 5840730"/>
              <a:gd name="connsiteY3" fmla="*/ 30197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560570 w 5840730"/>
              <a:gd name="connsiteY11" fmla="*/ 412084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09160 w 5840730"/>
              <a:gd name="connsiteY11" fmla="*/ 363316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840730" h="6887937">
                <a:moveTo>
                  <a:pt x="0" y="0"/>
                </a:moveTo>
                <a:lnTo>
                  <a:pt x="5840730" y="0"/>
                </a:lnTo>
                <a:lnTo>
                  <a:pt x="5090160" y="2775915"/>
                </a:lnTo>
                <a:cubicBezTo>
                  <a:pt x="5057140" y="2883865"/>
                  <a:pt x="5020310" y="2976575"/>
                  <a:pt x="4853940" y="2962605"/>
                </a:cubicBezTo>
                <a:cubicBezTo>
                  <a:pt x="4668520" y="2845765"/>
                  <a:pt x="4761230" y="2747975"/>
                  <a:pt x="4754880" y="2692095"/>
                </a:cubicBezTo>
                <a:cubicBezTo>
                  <a:pt x="4845050" y="2355545"/>
                  <a:pt x="4904740" y="2121865"/>
                  <a:pt x="4979670" y="1846275"/>
                </a:cubicBezTo>
                <a:cubicBezTo>
                  <a:pt x="5021580" y="1687525"/>
                  <a:pt x="4996180" y="1615135"/>
                  <a:pt x="4872990" y="1571955"/>
                </a:cubicBezTo>
                <a:cubicBezTo>
                  <a:pt x="4738370" y="1563065"/>
                  <a:pt x="4699000" y="1597355"/>
                  <a:pt x="4655820" y="1770075"/>
                </a:cubicBezTo>
                <a:cubicBezTo>
                  <a:pt x="4671060" y="1858975"/>
                  <a:pt x="3878580" y="4599635"/>
                  <a:pt x="3893820" y="4688535"/>
                </a:cubicBezTo>
                <a:cubicBezTo>
                  <a:pt x="3858895" y="4824425"/>
                  <a:pt x="3925570" y="4880305"/>
                  <a:pt x="3992880" y="4905705"/>
                </a:cubicBezTo>
                <a:cubicBezTo>
                  <a:pt x="4102100" y="4904435"/>
                  <a:pt x="4158615" y="4917135"/>
                  <a:pt x="4213860" y="4757115"/>
                </a:cubicBezTo>
                <a:lnTo>
                  <a:pt x="4457700" y="3842715"/>
                </a:lnTo>
                <a:cubicBezTo>
                  <a:pt x="4481830" y="3756355"/>
                  <a:pt x="4555490" y="3692855"/>
                  <a:pt x="4686300" y="3713175"/>
                </a:cubicBezTo>
                <a:cubicBezTo>
                  <a:pt x="4829810" y="3791915"/>
                  <a:pt x="4782820" y="3882085"/>
                  <a:pt x="4785360" y="3926535"/>
                </a:cubicBezTo>
                <a:lnTo>
                  <a:pt x="4028621" y="6887937"/>
                </a:lnTo>
                <a:lnTo>
                  <a:pt x="0" y="687705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anchor="ctr"/>
          <a:lstStyle>
            <a:lvl1pPr algn="ctr">
              <a:defRPr baseline="-25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1A56017-320A-546E-A749-7145642CB96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05708" y="3348617"/>
            <a:ext cx="2699066" cy="2569866"/>
          </a:xfrm>
        </p:spPr>
        <p:txBody>
          <a:bodyPr lIns="91440" tIns="0">
            <a:normAutofit/>
          </a:bodyPr>
          <a:lstStyle>
            <a:lvl1pPr marL="274320" indent="-274320">
              <a:spcAft>
                <a:spcPts val="600"/>
              </a:spcAft>
              <a:buFont typeface="Courier New" panose="02070309020205020404" pitchFamily="49" charset="0"/>
              <a:buChar char="o"/>
              <a:defRPr sz="1400">
                <a:solidFill>
                  <a:schemeClr val="bg1"/>
                </a:solidFill>
              </a:defRPr>
            </a:lvl1pPr>
            <a:lvl2pPr marL="274320" indent="-274320">
              <a:buFont typeface="Courier New" panose="02070309020205020404" pitchFamily="49" charset="0"/>
              <a:buChar char="o"/>
              <a:defRPr sz="1200">
                <a:solidFill>
                  <a:schemeClr val="bg1"/>
                </a:solidFill>
              </a:defRPr>
            </a:lvl2pPr>
            <a:lvl3pPr marL="274320" indent="-274320">
              <a:buFont typeface="Courier New" panose="02070309020205020404" pitchFamily="49" charset="0"/>
              <a:buChar char="o"/>
              <a:defRPr sz="1050">
                <a:solidFill>
                  <a:schemeClr val="bg1"/>
                </a:solidFill>
              </a:defRPr>
            </a:lvl3pPr>
            <a:lvl4pPr marL="274320" indent="-274320">
              <a:buFont typeface="Courier New" panose="02070309020205020404" pitchFamily="49" charset="0"/>
              <a:buChar char="o"/>
              <a:defRPr sz="1050">
                <a:solidFill>
                  <a:schemeClr val="bg1"/>
                </a:solidFill>
              </a:defRPr>
            </a:lvl4pPr>
            <a:lvl5pPr marL="274320" indent="-274320">
              <a:buFont typeface="Courier New" panose="02070309020205020404" pitchFamily="49" charset="0"/>
              <a:buChar char="o"/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46FE873-5DC1-BDE4-557B-F18695033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4426666" y="5060315"/>
            <a:ext cx="927943" cy="1801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767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96322" y="320040"/>
            <a:ext cx="6732237" cy="15240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EF88AD-4B54-9DC5-D315-825BE9FCEEF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796322" y="2252076"/>
            <a:ext cx="5797550" cy="305176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F200699-2797-D741-1EC1-B83FCA4B197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flipH="1">
            <a:off x="7163691" y="0"/>
            <a:ext cx="5024825" cy="6858000"/>
          </a:xfrm>
          <a:custGeom>
            <a:avLst/>
            <a:gdLst>
              <a:gd name="connsiteX0" fmla="*/ 0 w 6064250"/>
              <a:gd name="connsiteY0" fmla="*/ 0 h 6877051"/>
              <a:gd name="connsiteX1" fmla="*/ 606425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6064250"/>
              <a:gd name="connsiteY0" fmla="*/ 0 h 6877051"/>
              <a:gd name="connsiteX1" fmla="*/ 584073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4028621 w 5840730"/>
              <a:gd name="connsiteY2" fmla="*/ 6887937 h 6887937"/>
              <a:gd name="connsiteX3" fmla="*/ 0 w 5840730"/>
              <a:gd name="connsiteY3" fmla="*/ 6877051 h 6887937"/>
              <a:gd name="connsiteX4" fmla="*/ 0 w 5840730"/>
              <a:gd name="connsiteY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028621 w 5840730"/>
              <a:gd name="connsiteY3" fmla="*/ 6887937 h 6887937"/>
              <a:gd name="connsiteX4" fmla="*/ 0 w 5840730"/>
              <a:gd name="connsiteY4" fmla="*/ 6877051 h 6887937"/>
              <a:gd name="connsiteX5" fmla="*/ 0 w 5840730"/>
              <a:gd name="connsiteY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028621 w 5840730"/>
              <a:gd name="connsiteY4" fmla="*/ 6887937 h 6887937"/>
              <a:gd name="connsiteX5" fmla="*/ 0 w 5840730"/>
              <a:gd name="connsiteY5" fmla="*/ 6877051 h 6887937"/>
              <a:gd name="connsiteX6" fmla="*/ 0 w 5840730"/>
              <a:gd name="connsiteY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785360 w 5840730"/>
              <a:gd name="connsiteY4" fmla="*/ 3926535 h 6887937"/>
              <a:gd name="connsiteX5" fmla="*/ 4028621 w 5840730"/>
              <a:gd name="connsiteY5" fmla="*/ 6887937 h 6887937"/>
              <a:gd name="connsiteX6" fmla="*/ 0 w 5840730"/>
              <a:gd name="connsiteY6" fmla="*/ 6877051 h 6887937"/>
              <a:gd name="connsiteX7" fmla="*/ 0 w 5840730"/>
              <a:gd name="connsiteY7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22520 w 5840730"/>
              <a:gd name="connsiteY5" fmla="*/ 3415995 h 6887937"/>
              <a:gd name="connsiteX6" fmla="*/ 4785360 w 5840730"/>
              <a:gd name="connsiteY6" fmla="*/ 3926535 h 6887937"/>
              <a:gd name="connsiteX7" fmla="*/ 4028621 w 5840730"/>
              <a:gd name="connsiteY7" fmla="*/ 6887937 h 6887937"/>
              <a:gd name="connsiteX8" fmla="*/ 0 w 5840730"/>
              <a:gd name="connsiteY8" fmla="*/ 6877051 h 6887937"/>
              <a:gd name="connsiteX9" fmla="*/ 0 w 5840730"/>
              <a:gd name="connsiteY9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4922520 w 5840730"/>
              <a:gd name="connsiteY6" fmla="*/ 341599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922520 w 5840730"/>
              <a:gd name="connsiteY7" fmla="*/ 341599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457700 w 5840730"/>
              <a:gd name="connsiteY7" fmla="*/ 384271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37760 w 5840730"/>
              <a:gd name="connsiteY5" fmla="*/ 16100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5681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33950 w 5840730"/>
              <a:gd name="connsiteY3" fmla="*/ 273781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61560 w 5840730"/>
              <a:gd name="connsiteY3" fmla="*/ 29435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42510 w 5840730"/>
              <a:gd name="connsiteY3" fmla="*/ 30197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560570 w 5840730"/>
              <a:gd name="connsiteY11" fmla="*/ 412084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09160 w 5840730"/>
              <a:gd name="connsiteY11" fmla="*/ 363316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655820 w 5840730"/>
              <a:gd name="connsiteY6" fmla="*/ 1770075 h 6887937"/>
              <a:gd name="connsiteX7" fmla="*/ 3893820 w 5840730"/>
              <a:gd name="connsiteY7" fmla="*/ 4688535 h 6887937"/>
              <a:gd name="connsiteX8" fmla="*/ 3992880 w 5840730"/>
              <a:gd name="connsiteY8" fmla="*/ 490570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3893820 w 5840730"/>
              <a:gd name="connsiteY6" fmla="*/ 4688535 h 6887937"/>
              <a:gd name="connsiteX7" fmla="*/ 3992880 w 5840730"/>
              <a:gd name="connsiteY7" fmla="*/ 490570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686300 w 5840730"/>
              <a:gd name="connsiteY10" fmla="*/ 371317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3893820 w 5840730"/>
              <a:gd name="connsiteY5" fmla="*/ 4688535 h 6887937"/>
              <a:gd name="connsiteX6" fmla="*/ 3992880 w 5840730"/>
              <a:gd name="connsiteY6" fmla="*/ 490570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686300 w 5840730"/>
              <a:gd name="connsiteY9" fmla="*/ 371317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3893820 w 5840730"/>
              <a:gd name="connsiteY4" fmla="*/ 4688535 h 6887937"/>
              <a:gd name="connsiteX5" fmla="*/ 3992880 w 5840730"/>
              <a:gd name="connsiteY5" fmla="*/ 4905705 h 6887937"/>
              <a:gd name="connsiteX6" fmla="*/ 4213860 w 5840730"/>
              <a:gd name="connsiteY6" fmla="*/ 4757115 h 6887937"/>
              <a:gd name="connsiteX7" fmla="*/ 4457700 w 5840730"/>
              <a:gd name="connsiteY7" fmla="*/ 3842715 h 6887937"/>
              <a:gd name="connsiteX8" fmla="*/ 4686300 w 5840730"/>
              <a:gd name="connsiteY8" fmla="*/ 371317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3893820 w 5840730"/>
              <a:gd name="connsiteY3" fmla="*/ 4688535 h 6887937"/>
              <a:gd name="connsiteX4" fmla="*/ 3992880 w 5840730"/>
              <a:gd name="connsiteY4" fmla="*/ 4905705 h 6887937"/>
              <a:gd name="connsiteX5" fmla="*/ 4213860 w 5840730"/>
              <a:gd name="connsiteY5" fmla="*/ 4757115 h 6887937"/>
              <a:gd name="connsiteX6" fmla="*/ 4457700 w 5840730"/>
              <a:gd name="connsiteY6" fmla="*/ 3842715 h 6887937"/>
              <a:gd name="connsiteX7" fmla="*/ 4686300 w 5840730"/>
              <a:gd name="connsiteY7" fmla="*/ 371317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3893820 w 5840730"/>
              <a:gd name="connsiteY2" fmla="*/ 4688535 h 6887937"/>
              <a:gd name="connsiteX3" fmla="*/ 3992880 w 5840730"/>
              <a:gd name="connsiteY3" fmla="*/ 4905705 h 6887937"/>
              <a:gd name="connsiteX4" fmla="*/ 4213860 w 5840730"/>
              <a:gd name="connsiteY4" fmla="*/ 4757115 h 6887937"/>
              <a:gd name="connsiteX5" fmla="*/ 4457700 w 5840730"/>
              <a:gd name="connsiteY5" fmla="*/ 3842715 h 6887937"/>
              <a:gd name="connsiteX6" fmla="*/ 4686300 w 5840730"/>
              <a:gd name="connsiteY6" fmla="*/ 371317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4790753"/>
              <a:gd name="connsiteY0" fmla="*/ 0 h 6887937"/>
              <a:gd name="connsiteX1" fmla="*/ 2674743 w 4790753"/>
              <a:gd name="connsiteY1" fmla="*/ 49345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310950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12040 w 4790753"/>
              <a:gd name="connsiteY2" fmla="*/ 3464777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244891 w 4790753"/>
              <a:gd name="connsiteY2" fmla="*/ 3464778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392375 w 4790753"/>
              <a:gd name="connsiteY2" fmla="*/ 3464779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392375 w 5110169"/>
              <a:gd name="connsiteY2" fmla="*/ 3464779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66000 w 5110169"/>
              <a:gd name="connsiteY2" fmla="*/ 4629324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16839 w 5110169"/>
              <a:gd name="connsiteY2" fmla="*/ 4550372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589019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034002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300466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42040 w 5110169"/>
              <a:gd name="connsiteY3" fmla="*/ 5566930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05329 w 5110169"/>
              <a:gd name="connsiteY2" fmla="*/ 4974740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75832 w 5110169"/>
              <a:gd name="connsiteY2" fmla="*/ 503395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198620 w 5110169"/>
              <a:gd name="connsiteY7" fmla="*/ 4133044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251960 w 5110169"/>
              <a:gd name="connsiteY7" fmla="*/ 4071856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030921"/>
              <a:gd name="connsiteY0" fmla="*/ 0 h 6877051"/>
              <a:gd name="connsiteX1" fmla="*/ 2487931 w 5030921"/>
              <a:gd name="connsiteY1" fmla="*/ 0 h 6877051"/>
              <a:gd name="connsiteX2" fmla="*/ 3834825 w 5030921"/>
              <a:gd name="connsiteY2" fmla="*/ 5142514 h 6877051"/>
              <a:gd name="connsiteX3" fmla="*/ 4074118 w 5030921"/>
              <a:gd name="connsiteY3" fmla="*/ 5314407 h 6877051"/>
              <a:gd name="connsiteX4" fmla="*/ 4168140 w 5030921"/>
              <a:gd name="connsiteY4" fmla="*/ 5055407 h 6877051"/>
              <a:gd name="connsiteX5" fmla="*/ 3935730 w 5030921"/>
              <a:gd name="connsiteY5" fmla="*/ 4175425 h 6877051"/>
              <a:gd name="connsiteX6" fmla="*/ 4061460 w 5030921"/>
              <a:gd name="connsiteY6" fmla="*/ 3931157 h 6877051"/>
              <a:gd name="connsiteX7" fmla="*/ 4251960 w 5030921"/>
              <a:gd name="connsiteY7" fmla="*/ 4071856 h 6877051"/>
              <a:gd name="connsiteX8" fmla="*/ 5030921 w 5030921"/>
              <a:gd name="connsiteY8" fmla="*/ 6875699 h 6877051"/>
              <a:gd name="connsiteX9" fmla="*/ 0 w 5030921"/>
              <a:gd name="connsiteY9" fmla="*/ 6877051 h 6877051"/>
              <a:gd name="connsiteX10" fmla="*/ 0 w 5030921"/>
              <a:gd name="connsiteY10" fmla="*/ 0 h 6877051"/>
              <a:gd name="connsiteX0" fmla="*/ 0 w 4963865"/>
              <a:gd name="connsiteY0" fmla="*/ 0 h 6877051"/>
              <a:gd name="connsiteX1" fmla="*/ 2487931 w 4963865"/>
              <a:gd name="connsiteY1" fmla="*/ 0 h 6877051"/>
              <a:gd name="connsiteX2" fmla="*/ 3834825 w 4963865"/>
              <a:gd name="connsiteY2" fmla="*/ 5142514 h 6877051"/>
              <a:gd name="connsiteX3" fmla="*/ 4074118 w 4963865"/>
              <a:gd name="connsiteY3" fmla="*/ 5314407 h 6877051"/>
              <a:gd name="connsiteX4" fmla="*/ 4168140 w 4963865"/>
              <a:gd name="connsiteY4" fmla="*/ 5055407 h 6877051"/>
              <a:gd name="connsiteX5" fmla="*/ 3935730 w 4963865"/>
              <a:gd name="connsiteY5" fmla="*/ 4175425 h 6877051"/>
              <a:gd name="connsiteX6" fmla="*/ 4061460 w 4963865"/>
              <a:gd name="connsiteY6" fmla="*/ 3931157 h 6877051"/>
              <a:gd name="connsiteX7" fmla="*/ 4251960 w 4963865"/>
              <a:gd name="connsiteY7" fmla="*/ 4071856 h 6877051"/>
              <a:gd name="connsiteX8" fmla="*/ 4963865 w 4963865"/>
              <a:gd name="connsiteY8" fmla="*/ 6875699 h 6877051"/>
              <a:gd name="connsiteX9" fmla="*/ 0 w 4963865"/>
              <a:gd name="connsiteY9" fmla="*/ 6877051 h 6877051"/>
              <a:gd name="connsiteX10" fmla="*/ 0 w 4963865"/>
              <a:gd name="connsiteY10" fmla="*/ 0 h 6877051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024825" h="6881818">
                <a:moveTo>
                  <a:pt x="0" y="0"/>
                </a:moveTo>
                <a:lnTo>
                  <a:pt x="2487931" y="0"/>
                </a:lnTo>
                <a:lnTo>
                  <a:pt x="3834825" y="5142514"/>
                </a:lnTo>
                <a:cubicBezTo>
                  <a:pt x="3851116" y="5182666"/>
                  <a:pt x="3878538" y="5351369"/>
                  <a:pt x="4048718" y="5314407"/>
                </a:cubicBezTo>
                <a:cubicBezTo>
                  <a:pt x="4218898" y="5277445"/>
                  <a:pt x="4184015" y="5205230"/>
                  <a:pt x="4168140" y="5055407"/>
                </a:cubicBezTo>
                <a:lnTo>
                  <a:pt x="3935730" y="4175425"/>
                </a:lnTo>
                <a:cubicBezTo>
                  <a:pt x="3924300" y="4083966"/>
                  <a:pt x="3902710" y="3989870"/>
                  <a:pt x="4061460" y="3941355"/>
                </a:cubicBezTo>
                <a:cubicBezTo>
                  <a:pt x="4194810" y="3923207"/>
                  <a:pt x="4213860" y="4007005"/>
                  <a:pt x="4251960" y="4071856"/>
                </a:cubicBezTo>
                <a:lnTo>
                  <a:pt x="5024825" y="6881818"/>
                </a:lnTo>
                <a:lnTo>
                  <a:pt x="0" y="687705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anchor="ctr"/>
          <a:lstStyle>
            <a:lvl1pPr algn="ctr">
              <a:defRPr baseline="-25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B8C35C0-4758-2887-0763-E78795846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3537" y="-1946"/>
            <a:ext cx="3601340" cy="6881814"/>
          </a:xfrm>
          <a:custGeom>
            <a:avLst/>
            <a:gdLst>
              <a:gd name="connsiteX0" fmla="*/ 3601340 w 3601340"/>
              <a:gd name="connsiteY0" fmla="*/ 0 h 6881814"/>
              <a:gd name="connsiteX1" fmla="*/ 0 w 3601340"/>
              <a:gd name="connsiteY1" fmla="*/ 0 h 6881814"/>
              <a:gd name="connsiteX2" fmla="*/ 0 w 3601340"/>
              <a:gd name="connsiteY2" fmla="*/ 6881815 h 6881814"/>
              <a:gd name="connsiteX3" fmla="*/ 1064235 w 3601340"/>
              <a:gd name="connsiteY3" fmla="*/ 6881815 h 6881814"/>
              <a:gd name="connsiteX4" fmla="*/ 1441045 w 3601340"/>
              <a:gd name="connsiteY4" fmla="*/ 5490188 h 6881814"/>
              <a:gd name="connsiteX5" fmla="*/ 1835678 w 3601340"/>
              <a:gd name="connsiteY5" fmla="*/ 4034957 h 6881814"/>
              <a:gd name="connsiteX6" fmla="*/ 2045724 w 3601340"/>
              <a:gd name="connsiteY6" fmla="*/ 3914112 h 6881814"/>
              <a:gd name="connsiteX7" fmla="*/ 2166660 w 3601340"/>
              <a:gd name="connsiteY7" fmla="*/ 4124001 h 6881814"/>
              <a:gd name="connsiteX8" fmla="*/ 1906966 w 3601340"/>
              <a:gd name="connsiteY8" fmla="*/ 5081858 h 6881814"/>
              <a:gd name="connsiteX9" fmla="*/ 2027902 w 3601340"/>
              <a:gd name="connsiteY9" fmla="*/ 5291747 h 6881814"/>
              <a:gd name="connsiteX10" fmla="*/ 2227765 w 3601340"/>
              <a:gd name="connsiteY10" fmla="*/ 5198887 h 6881814"/>
              <a:gd name="connsiteX11" fmla="*/ 2570204 w 3601340"/>
              <a:gd name="connsiteY11" fmla="*/ 3923016 h 6881814"/>
              <a:gd name="connsiteX12" fmla="*/ 2602029 w 3601340"/>
              <a:gd name="connsiteY12" fmla="*/ 3799627 h 6881814"/>
              <a:gd name="connsiteX13" fmla="*/ 3601340 w 3601340"/>
              <a:gd name="connsiteY13" fmla="*/ 0 h 6881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601340" h="6881814">
                <a:moveTo>
                  <a:pt x="3601340" y="0"/>
                </a:moveTo>
                <a:lnTo>
                  <a:pt x="0" y="0"/>
                </a:lnTo>
                <a:lnTo>
                  <a:pt x="0" y="6881815"/>
                </a:lnTo>
                <a:lnTo>
                  <a:pt x="1064235" y="6881815"/>
                </a:lnTo>
                <a:lnTo>
                  <a:pt x="1441045" y="5490188"/>
                </a:lnTo>
                <a:lnTo>
                  <a:pt x="1835678" y="4034957"/>
                </a:lnTo>
                <a:cubicBezTo>
                  <a:pt x="1859865" y="3943369"/>
                  <a:pt x="1954068" y="3889943"/>
                  <a:pt x="2045724" y="3914112"/>
                </a:cubicBezTo>
                <a:cubicBezTo>
                  <a:pt x="2137381" y="3938281"/>
                  <a:pt x="2190847" y="4032413"/>
                  <a:pt x="2166660" y="4124001"/>
                </a:cubicBezTo>
                <a:lnTo>
                  <a:pt x="1906966" y="5081858"/>
                </a:lnTo>
                <a:cubicBezTo>
                  <a:pt x="1882779" y="5173446"/>
                  <a:pt x="1936246" y="5267578"/>
                  <a:pt x="2027902" y="5291747"/>
                </a:cubicBezTo>
                <a:cubicBezTo>
                  <a:pt x="2109375" y="5313372"/>
                  <a:pt x="2193393" y="5272666"/>
                  <a:pt x="2227765" y="5198887"/>
                </a:cubicBezTo>
                <a:lnTo>
                  <a:pt x="2570204" y="3923016"/>
                </a:lnTo>
                <a:lnTo>
                  <a:pt x="2602029" y="3799627"/>
                </a:lnTo>
                <a:lnTo>
                  <a:pt x="360134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1359A1-A1B1-9DC6-08B9-8042E7FBA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6889763" y="0"/>
            <a:ext cx="1822122" cy="6871447"/>
          </a:xfrm>
          <a:prstGeom prst="line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Footer Placeholder 8">
            <a:extLst>
              <a:ext uri="{FF2B5EF4-FFF2-40B4-BE49-F238E27FC236}">
                <a16:creationId xmlns:a16="http://schemas.microsoft.com/office/drawing/2014/main" id="{28D89004-F984-BB7D-2489-E7EC551298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4241" y="6290774"/>
            <a:ext cx="6637071" cy="365125"/>
          </a:xfrm>
          <a:prstGeom prst="rect">
            <a:avLst/>
          </a:prstGeom>
        </p:spPr>
        <p:txBody>
          <a:bodyPr/>
          <a:lstStyle>
            <a:lvl1pPr>
              <a:defRPr sz="11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Add footer here</a:t>
            </a:r>
          </a:p>
        </p:txBody>
      </p:sp>
      <p:sp>
        <p:nvSpPr>
          <p:cNvPr id="21" name="Slide Number Placeholder 9">
            <a:extLst>
              <a:ext uri="{FF2B5EF4-FFF2-40B4-BE49-F238E27FC236}">
                <a16:creationId xmlns:a16="http://schemas.microsoft.com/office/drawing/2014/main" id="{E2790754-E9EF-9F79-825B-5AB348DFA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955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 (Single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96322" y="408820"/>
            <a:ext cx="8935507" cy="949467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0D7E9A-1E17-C6A0-31A6-F6F620FF9E8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796322" y="1986061"/>
            <a:ext cx="5797550" cy="4015244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F200699-2797-D741-1EC1-B83FCA4B197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flipH="1">
            <a:off x="7163691" y="0"/>
            <a:ext cx="5024825" cy="6858000"/>
          </a:xfrm>
          <a:custGeom>
            <a:avLst/>
            <a:gdLst>
              <a:gd name="connsiteX0" fmla="*/ 0 w 6064250"/>
              <a:gd name="connsiteY0" fmla="*/ 0 h 6877051"/>
              <a:gd name="connsiteX1" fmla="*/ 606425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6064250"/>
              <a:gd name="connsiteY0" fmla="*/ 0 h 6877051"/>
              <a:gd name="connsiteX1" fmla="*/ 584073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4028621 w 5840730"/>
              <a:gd name="connsiteY2" fmla="*/ 6887937 h 6887937"/>
              <a:gd name="connsiteX3" fmla="*/ 0 w 5840730"/>
              <a:gd name="connsiteY3" fmla="*/ 6877051 h 6887937"/>
              <a:gd name="connsiteX4" fmla="*/ 0 w 5840730"/>
              <a:gd name="connsiteY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028621 w 5840730"/>
              <a:gd name="connsiteY3" fmla="*/ 6887937 h 6887937"/>
              <a:gd name="connsiteX4" fmla="*/ 0 w 5840730"/>
              <a:gd name="connsiteY4" fmla="*/ 6877051 h 6887937"/>
              <a:gd name="connsiteX5" fmla="*/ 0 w 5840730"/>
              <a:gd name="connsiteY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028621 w 5840730"/>
              <a:gd name="connsiteY4" fmla="*/ 6887937 h 6887937"/>
              <a:gd name="connsiteX5" fmla="*/ 0 w 5840730"/>
              <a:gd name="connsiteY5" fmla="*/ 6877051 h 6887937"/>
              <a:gd name="connsiteX6" fmla="*/ 0 w 5840730"/>
              <a:gd name="connsiteY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785360 w 5840730"/>
              <a:gd name="connsiteY4" fmla="*/ 3926535 h 6887937"/>
              <a:gd name="connsiteX5" fmla="*/ 4028621 w 5840730"/>
              <a:gd name="connsiteY5" fmla="*/ 6887937 h 6887937"/>
              <a:gd name="connsiteX6" fmla="*/ 0 w 5840730"/>
              <a:gd name="connsiteY6" fmla="*/ 6877051 h 6887937"/>
              <a:gd name="connsiteX7" fmla="*/ 0 w 5840730"/>
              <a:gd name="connsiteY7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22520 w 5840730"/>
              <a:gd name="connsiteY5" fmla="*/ 3415995 h 6887937"/>
              <a:gd name="connsiteX6" fmla="*/ 4785360 w 5840730"/>
              <a:gd name="connsiteY6" fmla="*/ 3926535 h 6887937"/>
              <a:gd name="connsiteX7" fmla="*/ 4028621 w 5840730"/>
              <a:gd name="connsiteY7" fmla="*/ 6887937 h 6887937"/>
              <a:gd name="connsiteX8" fmla="*/ 0 w 5840730"/>
              <a:gd name="connsiteY8" fmla="*/ 6877051 h 6887937"/>
              <a:gd name="connsiteX9" fmla="*/ 0 w 5840730"/>
              <a:gd name="connsiteY9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4922520 w 5840730"/>
              <a:gd name="connsiteY6" fmla="*/ 341599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922520 w 5840730"/>
              <a:gd name="connsiteY7" fmla="*/ 341599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457700 w 5840730"/>
              <a:gd name="connsiteY7" fmla="*/ 384271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37760 w 5840730"/>
              <a:gd name="connsiteY5" fmla="*/ 16100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5681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33950 w 5840730"/>
              <a:gd name="connsiteY3" fmla="*/ 273781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61560 w 5840730"/>
              <a:gd name="connsiteY3" fmla="*/ 29435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42510 w 5840730"/>
              <a:gd name="connsiteY3" fmla="*/ 30197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560570 w 5840730"/>
              <a:gd name="connsiteY11" fmla="*/ 412084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09160 w 5840730"/>
              <a:gd name="connsiteY11" fmla="*/ 363316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655820 w 5840730"/>
              <a:gd name="connsiteY6" fmla="*/ 1770075 h 6887937"/>
              <a:gd name="connsiteX7" fmla="*/ 3893820 w 5840730"/>
              <a:gd name="connsiteY7" fmla="*/ 4688535 h 6887937"/>
              <a:gd name="connsiteX8" fmla="*/ 3992880 w 5840730"/>
              <a:gd name="connsiteY8" fmla="*/ 490570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3893820 w 5840730"/>
              <a:gd name="connsiteY6" fmla="*/ 4688535 h 6887937"/>
              <a:gd name="connsiteX7" fmla="*/ 3992880 w 5840730"/>
              <a:gd name="connsiteY7" fmla="*/ 490570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686300 w 5840730"/>
              <a:gd name="connsiteY10" fmla="*/ 371317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3893820 w 5840730"/>
              <a:gd name="connsiteY5" fmla="*/ 4688535 h 6887937"/>
              <a:gd name="connsiteX6" fmla="*/ 3992880 w 5840730"/>
              <a:gd name="connsiteY6" fmla="*/ 490570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686300 w 5840730"/>
              <a:gd name="connsiteY9" fmla="*/ 371317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3893820 w 5840730"/>
              <a:gd name="connsiteY4" fmla="*/ 4688535 h 6887937"/>
              <a:gd name="connsiteX5" fmla="*/ 3992880 w 5840730"/>
              <a:gd name="connsiteY5" fmla="*/ 4905705 h 6887937"/>
              <a:gd name="connsiteX6" fmla="*/ 4213860 w 5840730"/>
              <a:gd name="connsiteY6" fmla="*/ 4757115 h 6887937"/>
              <a:gd name="connsiteX7" fmla="*/ 4457700 w 5840730"/>
              <a:gd name="connsiteY7" fmla="*/ 3842715 h 6887937"/>
              <a:gd name="connsiteX8" fmla="*/ 4686300 w 5840730"/>
              <a:gd name="connsiteY8" fmla="*/ 371317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3893820 w 5840730"/>
              <a:gd name="connsiteY3" fmla="*/ 4688535 h 6887937"/>
              <a:gd name="connsiteX4" fmla="*/ 3992880 w 5840730"/>
              <a:gd name="connsiteY4" fmla="*/ 4905705 h 6887937"/>
              <a:gd name="connsiteX5" fmla="*/ 4213860 w 5840730"/>
              <a:gd name="connsiteY5" fmla="*/ 4757115 h 6887937"/>
              <a:gd name="connsiteX6" fmla="*/ 4457700 w 5840730"/>
              <a:gd name="connsiteY6" fmla="*/ 3842715 h 6887937"/>
              <a:gd name="connsiteX7" fmla="*/ 4686300 w 5840730"/>
              <a:gd name="connsiteY7" fmla="*/ 371317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3893820 w 5840730"/>
              <a:gd name="connsiteY2" fmla="*/ 4688535 h 6887937"/>
              <a:gd name="connsiteX3" fmla="*/ 3992880 w 5840730"/>
              <a:gd name="connsiteY3" fmla="*/ 4905705 h 6887937"/>
              <a:gd name="connsiteX4" fmla="*/ 4213860 w 5840730"/>
              <a:gd name="connsiteY4" fmla="*/ 4757115 h 6887937"/>
              <a:gd name="connsiteX5" fmla="*/ 4457700 w 5840730"/>
              <a:gd name="connsiteY5" fmla="*/ 3842715 h 6887937"/>
              <a:gd name="connsiteX6" fmla="*/ 4686300 w 5840730"/>
              <a:gd name="connsiteY6" fmla="*/ 371317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4790753"/>
              <a:gd name="connsiteY0" fmla="*/ 0 h 6887937"/>
              <a:gd name="connsiteX1" fmla="*/ 2674743 w 4790753"/>
              <a:gd name="connsiteY1" fmla="*/ 49345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310950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12040 w 4790753"/>
              <a:gd name="connsiteY2" fmla="*/ 3464777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244891 w 4790753"/>
              <a:gd name="connsiteY2" fmla="*/ 3464778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392375 w 4790753"/>
              <a:gd name="connsiteY2" fmla="*/ 3464779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392375 w 5110169"/>
              <a:gd name="connsiteY2" fmla="*/ 3464779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66000 w 5110169"/>
              <a:gd name="connsiteY2" fmla="*/ 4629324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16839 w 5110169"/>
              <a:gd name="connsiteY2" fmla="*/ 4550372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589019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034002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300466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42040 w 5110169"/>
              <a:gd name="connsiteY3" fmla="*/ 5566930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05329 w 5110169"/>
              <a:gd name="connsiteY2" fmla="*/ 4974740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75832 w 5110169"/>
              <a:gd name="connsiteY2" fmla="*/ 503395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198620 w 5110169"/>
              <a:gd name="connsiteY7" fmla="*/ 4133044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251960 w 5110169"/>
              <a:gd name="connsiteY7" fmla="*/ 4071856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030921"/>
              <a:gd name="connsiteY0" fmla="*/ 0 h 6877051"/>
              <a:gd name="connsiteX1" fmla="*/ 2487931 w 5030921"/>
              <a:gd name="connsiteY1" fmla="*/ 0 h 6877051"/>
              <a:gd name="connsiteX2" fmla="*/ 3834825 w 5030921"/>
              <a:gd name="connsiteY2" fmla="*/ 5142514 h 6877051"/>
              <a:gd name="connsiteX3" fmla="*/ 4074118 w 5030921"/>
              <a:gd name="connsiteY3" fmla="*/ 5314407 h 6877051"/>
              <a:gd name="connsiteX4" fmla="*/ 4168140 w 5030921"/>
              <a:gd name="connsiteY4" fmla="*/ 5055407 h 6877051"/>
              <a:gd name="connsiteX5" fmla="*/ 3935730 w 5030921"/>
              <a:gd name="connsiteY5" fmla="*/ 4175425 h 6877051"/>
              <a:gd name="connsiteX6" fmla="*/ 4061460 w 5030921"/>
              <a:gd name="connsiteY6" fmla="*/ 3931157 h 6877051"/>
              <a:gd name="connsiteX7" fmla="*/ 4251960 w 5030921"/>
              <a:gd name="connsiteY7" fmla="*/ 4071856 h 6877051"/>
              <a:gd name="connsiteX8" fmla="*/ 5030921 w 5030921"/>
              <a:gd name="connsiteY8" fmla="*/ 6875699 h 6877051"/>
              <a:gd name="connsiteX9" fmla="*/ 0 w 5030921"/>
              <a:gd name="connsiteY9" fmla="*/ 6877051 h 6877051"/>
              <a:gd name="connsiteX10" fmla="*/ 0 w 5030921"/>
              <a:gd name="connsiteY10" fmla="*/ 0 h 6877051"/>
              <a:gd name="connsiteX0" fmla="*/ 0 w 4963865"/>
              <a:gd name="connsiteY0" fmla="*/ 0 h 6877051"/>
              <a:gd name="connsiteX1" fmla="*/ 2487931 w 4963865"/>
              <a:gd name="connsiteY1" fmla="*/ 0 h 6877051"/>
              <a:gd name="connsiteX2" fmla="*/ 3834825 w 4963865"/>
              <a:gd name="connsiteY2" fmla="*/ 5142514 h 6877051"/>
              <a:gd name="connsiteX3" fmla="*/ 4074118 w 4963865"/>
              <a:gd name="connsiteY3" fmla="*/ 5314407 h 6877051"/>
              <a:gd name="connsiteX4" fmla="*/ 4168140 w 4963865"/>
              <a:gd name="connsiteY4" fmla="*/ 5055407 h 6877051"/>
              <a:gd name="connsiteX5" fmla="*/ 3935730 w 4963865"/>
              <a:gd name="connsiteY5" fmla="*/ 4175425 h 6877051"/>
              <a:gd name="connsiteX6" fmla="*/ 4061460 w 4963865"/>
              <a:gd name="connsiteY6" fmla="*/ 3931157 h 6877051"/>
              <a:gd name="connsiteX7" fmla="*/ 4251960 w 4963865"/>
              <a:gd name="connsiteY7" fmla="*/ 4071856 h 6877051"/>
              <a:gd name="connsiteX8" fmla="*/ 4963865 w 4963865"/>
              <a:gd name="connsiteY8" fmla="*/ 6875699 h 6877051"/>
              <a:gd name="connsiteX9" fmla="*/ 0 w 4963865"/>
              <a:gd name="connsiteY9" fmla="*/ 6877051 h 6877051"/>
              <a:gd name="connsiteX10" fmla="*/ 0 w 4963865"/>
              <a:gd name="connsiteY10" fmla="*/ 0 h 6877051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024825" h="6881818">
                <a:moveTo>
                  <a:pt x="0" y="0"/>
                </a:moveTo>
                <a:lnTo>
                  <a:pt x="2487931" y="0"/>
                </a:lnTo>
                <a:lnTo>
                  <a:pt x="3834825" y="5142514"/>
                </a:lnTo>
                <a:cubicBezTo>
                  <a:pt x="3851116" y="5182666"/>
                  <a:pt x="3878538" y="5351369"/>
                  <a:pt x="4048718" y="5314407"/>
                </a:cubicBezTo>
                <a:cubicBezTo>
                  <a:pt x="4218898" y="5277445"/>
                  <a:pt x="4184015" y="5205230"/>
                  <a:pt x="4168140" y="5055407"/>
                </a:cubicBezTo>
                <a:lnTo>
                  <a:pt x="3935730" y="4175425"/>
                </a:lnTo>
                <a:cubicBezTo>
                  <a:pt x="3924300" y="4083966"/>
                  <a:pt x="3902710" y="3989870"/>
                  <a:pt x="4061460" y="3941355"/>
                </a:cubicBezTo>
                <a:cubicBezTo>
                  <a:pt x="4194810" y="3923207"/>
                  <a:pt x="4213860" y="4007005"/>
                  <a:pt x="4251960" y="4071856"/>
                </a:cubicBezTo>
                <a:lnTo>
                  <a:pt x="5024825" y="6881818"/>
                </a:lnTo>
                <a:lnTo>
                  <a:pt x="0" y="687705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anchor="ctr"/>
          <a:lstStyle>
            <a:lvl1pPr algn="ctr">
              <a:defRPr baseline="-25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Footer Placeholder 8">
            <a:extLst>
              <a:ext uri="{FF2B5EF4-FFF2-40B4-BE49-F238E27FC236}">
                <a16:creationId xmlns:a16="http://schemas.microsoft.com/office/drawing/2014/main" id="{28D89004-F984-BB7D-2489-E7EC551298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4241" y="6290774"/>
            <a:ext cx="6637071" cy="365125"/>
          </a:xfrm>
          <a:prstGeom prst="rect">
            <a:avLst/>
          </a:prstGeom>
        </p:spPr>
        <p:txBody>
          <a:bodyPr/>
          <a:lstStyle>
            <a:lvl1pPr>
              <a:defRPr sz="11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Add footer here</a:t>
            </a:r>
          </a:p>
        </p:txBody>
      </p:sp>
      <p:sp>
        <p:nvSpPr>
          <p:cNvPr id="21" name="Slide Number Placeholder 9">
            <a:extLst>
              <a:ext uri="{FF2B5EF4-FFF2-40B4-BE49-F238E27FC236}">
                <a16:creationId xmlns:a16="http://schemas.microsoft.com/office/drawing/2014/main" id="{E2790754-E9EF-9F79-825B-5AB348DFA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690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B8C35C0-4758-2887-0763-E78795846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3537" y="-1946"/>
            <a:ext cx="3601340" cy="6881814"/>
          </a:xfrm>
          <a:custGeom>
            <a:avLst/>
            <a:gdLst>
              <a:gd name="connsiteX0" fmla="*/ 3601340 w 3601340"/>
              <a:gd name="connsiteY0" fmla="*/ 0 h 6881814"/>
              <a:gd name="connsiteX1" fmla="*/ 0 w 3601340"/>
              <a:gd name="connsiteY1" fmla="*/ 0 h 6881814"/>
              <a:gd name="connsiteX2" fmla="*/ 0 w 3601340"/>
              <a:gd name="connsiteY2" fmla="*/ 6881815 h 6881814"/>
              <a:gd name="connsiteX3" fmla="*/ 1064235 w 3601340"/>
              <a:gd name="connsiteY3" fmla="*/ 6881815 h 6881814"/>
              <a:gd name="connsiteX4" fmla="*/ 1441045 w 3601340"/>
              <a:gd name="connsiteY4" fmla="*/ 5490188 h 6881814"/>
              <a:gd name="connsiteX5" fmla="*/ 1835678 w 3601340"/>
              <a:gd name="connsiteY5" fmla="*/ 4034957 h 6881814"/>
              <a:gd name="connsiteX6" fmla="*/ 2045724 w 3601340"/>
              <a:gd name="connsiteY6" fmla="*/ 3914112 h 6881814"/>
              <a:gd name="connsiteX7" fmla="*/ 2166660 w 3601340"/>
              <a:gd name="connsiteY7" fmla="*/ 4124001 h 6881814"/>
              <a:gd name="connsiteX8" fmla="*/ 1906966 w 3601340"/>
              <a:gd name="connsiteY8" fmla="*/ 5081858 h 6881814"/>
              <a:gd name="connsiteX9" fmla="*/ 2027902 w 3601340"/>
              <a:gd name="connsiteY9" fmla="*/ 5291747 h 6881814"/>
              <a:gd name="connsiteX10" fmla="*/ 2227765 w 3601340"/>
              <a:gd name="connsiteY10" fmla="*/ 5198887 h 6881814"/>
              <a:gd name="connsiteX11" fmla="*/ 2570204 w 3601340"/>
              <a:gd name="connsiteY11" fmla="*/ 3923016 h 6881814"/>
              <a:gd name="connsiteX12" fmla="*/ 2602029 w 3601340"/>
              <a:gd name="connsiteY12" fmla="*/ 3799627 h 6881814"/>
              <a:gd name="connsiteX13" fmla="*/ 3601340 w 3601340"/>
              <a:gd name="connsiteY13" fmla="*/ 0 h 6881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601340" h="6881814">
                <a:moveTo>
                  <a:pt x="3601340" y="0"/>
                </a:moveTo>
                <a:lnTo>
                  <a:pt x="0" y="0"/>
                </a:lnTo>
                <a:lnTo>
                  <a:pt x="0" y="6881815"/>
                </a:lnTo>
                <a:lnTo>
                  <a:pt x="1064235" y="6881815"/>
                </a:lnTo>
                <a:lnTo>
                  <a:pt x="1441045" y="5490188"/>
                </a:lnTo>
                <a:lnTo>
                  <a:pt x="1835678" y="4034957"/>
                </a:lnTo>
                <a:cubicBezTo>
                  <a:pt x="1859865" y="3943369"/>
                  <a:pt x="1954068" y="3889943"/>
                  <a:pt x="2045724" y="3914112"/>
                </a:cubicBezTo>
                <a:cubicBezTo>
                  <a:pt x="2137381" y="3938281"/>
                  <a:pt x="2190847" y="4032413"/>
                  <a:pt x="2166660" y="4124001"/>
                </a:cubicBezTo>
                <a:lnTo>
                  <a:pt x="1906966" y="5081858"/>
                </a:lnTo>
                <a:cubicBezTo>
                  <a:pt x="1882779" y="5173446"/>
                  <a:pt x="1936246" y="5267578"/>
                  <a:pt x="2027902" y="5291747"/>
                </a:cubicBezTo>
                <a:cubicBezTo>
                  <a:pt x="2109375" y="5313372"/>
                  <a:pt x="2193393" y="5272666"/>
                  <a:pt x="2227765" y="5198887"/>
                </a:cubicBezTo>
                <a:lnTo>
                  <a:pt x="2570204" y="3923016"/>
                </a:lnTo>
                <a:lnTo>
                  <a:pt x="2602029" y="3799627"/>
                </a:lnTo>
                <a:lnTo>
                  <a:pt x="360134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96322" y="320040"/>
            <a:ext cx="6732237" cy="15240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B00516E-9699-821C-0371-67A8478E1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96322" y="2252394"/>
            <a:ext cx="5797518" cy="2532966"/>
          </a:xfrm>
        </p:spPr>
        <p:txBody>
          <a:bodyPr lIns="91440" bIns="0" anchor="t">
            <a:normAutofit/>
          </a:bodyPr>
          <a:lstStyle>
            <a:lvl1pPr marL="0" indent="0">
              <a:spcBef>
                <a:spcPts val="600"/>
              </a:spcBef>
              <a:spcAft>
                <a:spcPts val="1800"/>
              </a:spcAft>
              <a:buNone/>
              <a:defRPr sz="1400"/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1359A1-A1B1-9DC6-08B9-8042E7FBA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6889763" y="0"/>
            <a:ext cx="1822122" cy="6871447"/>
          </a:xfrm>
          <a:prstGeom prst="line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Footer Placeholder 8">
            <a:extLst>
              <a:ext uri="{FF2B5EF4-FFF2-40B4-BE49-F238E27FC236}">
                <a16:creationId xmlns:a16="http://schemas.microsoft.com/office/drawing/2014/main" id="{28D89004-F984-BB7D-2489-E7EC551298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4241" y="6290774"/>
            <a:ext cx="6637071" cy="365125"/>
          </a:xfrm>
          <a:prstGeom prst="rect">
            <a:avLst/>
          </a:prstGeom>
        </p:spPr>
        <p:txBody>
          <a:bodyPr/>
          <a:lstStyle>
            <a:lvl1pPr>
              <a:defRPr sz="11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Add footer here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F200699-2797-D741-1EC1-B83FCA4B197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flipH="1">
            <a:off x="7163691" y="0"/>
            <a:ext cx="5024825" cy="6858000"/>
          </a:xfrm>
          <a:custGeom>
            <a:avLst/>
            <a:gdLst>
              <a:gd name="connsiteX0" fmla="*/ 0 w 6064250"/>
              <a:gd name="connsiteY0" fmla="*/ 0 h 6877051"/>
              <a:gd name="connsiteX1" fmla="*/ 606425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6064250"/>
              <a:gd name="connsiteY0" fmla="*/ 0 h 6877051"/>
              <a:gd name="connsiteX1" fmla="*/ 584073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4028621 w 5840730"/>
              <a:gd name="connsiteY2" fmla="*/ 6887937 h 6887937"/>
              <a:gd name="connsiteX3" fmla="*/ 0 w 5840730"/>
              <a:gd name="connsiteY3" fmla="*/ 6877051 h 6887937"/>
              <a:gd name="connsiteX4" fmla="*/ 0 w 5840730"/>
              <a:gd name="connsiteY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028621 w 5840730"/>
              <a:gd name="connsiteY3" fmla="*/ 6887937 h 6887937"/>
              <a:gd name="connsiteX4" fmla="*/ 0 w 5840730"/>
              <a:gd name="connsiteY4" fmla="*/ 6877051 h 6887937"/>
              <a:gd name="connsiteX5" fmla="*/ 0 w 5840730"/>
              <a:gd name="connsiteY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028621 w 5840730"/>
              <a:gd name="connsiteY4" fmla="*/ 6887937 h 6887937"/>
              <a:gd name="connsiteX5" fmla="*/ 0 w 5840730"/>
              <a:gd name="connsiteY5" fmla="*/ 6877051 h 6887937"/>
              <a:gd name="connsiteX6" fmla="*/ 0 w 5840730"/>
              <a:gd name="connsiteY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785360 w 5840730"/>
              <a:gd name="connsiteY4" fmla="*/ 3926535 h 6887937"/>
              <a:gd name="connsiteX5" fmla="*/ 4028621 w 5840730"/>
              <a:gd name="connsiteY5" fmla="*/ 6887937 h 6887937"/>
              <a:gd name="connsiteX6" fmla="*/ 0 w 5840730"/>
              <a:gd name="connsiteY6" fmla="*/ 6877051 h 6887937"/>
              <a:gd name="connsiteX7" fmla="*/ 0 w 5840730"/>
              <a:gd name="connsiteY7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22520 w 5840730"/>
              <a:gd name="connsiteY5" fmla="*/ 3415995 h 6887937"/>
              <a:gd name="connsiteX6" fmla="*/ 4785360 w 5840730"/>
              <a:gd name="connsiteY6" fmla="*/ 3926535 h 6887937"/>
              <a:gd name="connsiteX7" fmla="*/ 4028621 w 5840730"/>
              <a:gd name="connsiteY7" fmla="*/ 6887937 h 6887937"/>
              <a:gd name="connsiteX8" fmla="*/ 0 w 5840730"/>
              <a:gd name="connsiteY8" fmla="*/ 6877051 h 6887937"/>
              <a:gd name="connsiteX9" fmla="*/ 0 w 5840730"/>
              <a:gd name="connsiteY9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4922520 w 5840730"/>
              <a:gd name="connsiteY6" fmla="*/ 341599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922520 w 5840730"/>
              <a:gd name="connsiteY7" fmla="*/ 341599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457700 w 5840730"/>
              <a:gd name="connsiteY7" fmla="*/ 384271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37760 w 5840730"/>
              <a:gd name="connsiteY5" fmla="*/ 16100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5681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33950 w 5840730"/>
              <a:gd name="connsiteY3" fmla="*/ 273781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61560 w 5840730"/>
              <a:gd name="connsiteY3" fmla="*/ 29435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42510 w 5840730"/>
              <a:gd name="connsiteY3" fmla="*/ 30197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560570 w 5840730"/>
              <a:gd name="connsiteY11" fmla="*/ 412084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09160 w 5840730"/>
              <a:gd name="connsiteY11" fmla="*/ 363316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655820 w 5840730"/>
              <a:gd name="connsiteY6" fmla="*/ 1770075 h 6887937"/>
              <a:gd name="connsiteX7" fmla="*/ 3893820 w 5840730"/>
              <a:gd name="connsiteY7" fmla="*/ 4688535 h 6887937"/>
              <a:gd name="connsiteX8" fmla="*/ 3992880 w 5840730"/>
              <a:gd name="connsiteY8" fmla="*/ 490570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3893820 w 5840730"/>
              <a:gd name="connsiteY6" fmla="*/ 4688535 h 6887937"/>
              <a:gd name="connsiteX7" fmla="*/ 3992880 w 5840730"/>
              <a:gd name="connsiteY7" fmla="*/ 490570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686300 w 5840730"/>
              <a:gd name="connsiteY10" fmla="*/ 371317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3893820 w 5840730"/>
              <a:gd name="connsiteY5" fmla="*/ 4688535 h 6887937"/>
              <a:gd name="connsiteX6" fmla="*/ 3992880 w 5840730"/>
              <a:gd name="connsiteY6" fmla="*/ 490570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686300 w 5840730"/>
              <a:gd name="connsiteY9" fmla="*/ 371317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3893820 w 5840730"/>
              <a:gd name="connsiteY4" fmla="*/ 4688535 h 6887937"/>
              <a:gd name="connsiteX5" fmla="*/ 3992880 w 5840730"/>
              <a:gd name="connsiteY5" fmla="*/ 4905705 h 6887937"/>
              <a:gd name="connsiteX6" fmla="*/ 4213860 w 5840730"/>
              <a:gd name="connsiteY6" fmla="*/ 4757115 h 6887937"/>
              <a:gd name="connsiteX7" fmla="*/ 4457700 w 5840730"/>
              <a:gd name="connsiteY7" fmla="*/ 3842715 h 6887937"/>
              <a:gd name="connsiteX8" fmla="*/ 4686300 w 5840730"/>
              <a:gd name="connsiteY8" fmla="*/ 371317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3893820 w 5840730"/>
              <a:gd name="connsiteY3" fmla="*/ 4688535 h 6887937"/>
              <a:gd name="connsiteX4" fmla="*/ 3992880 w 5840730"/>
              <a:gd name="connsiteY4" fmla="*/ 4905705 h 6887937"/>
              <a:gd name="connsiteX5" fmla="*/ 4213860 w 5840730"/>
              <a:gd name="connsiteY5" fmla="*/ 4757115 h 6887937"/>
              <a:gd name="connsiteX6" fmla="*/ 4457700 w 5840730"/>
              <a:gd name="connsiteY6" fmla="*/ 3842715 h 6887937"/>
              <a:gd name="connsiteX7" fmla="*/ 4686300 w 5840730"/>
              <a:gd name="connsiteY7" fmla="*/ 371317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3893820 w 5840730"/>
              <a:gd name="connsiteY2" fmla="*/ 4688535 h 6887937"/>
              <a:gd name="connsiteX3" fmla="*/ 3992880 w 5840730"/>
              <a:gd name="connsiteY3" fmla="*/ 4905705 h 6887937"/>
              <a:gd name="connsiteX4" fmla="*/ 4213860 w 5840730"/>
              <a:gd name="connsiteY4" fmla="*/ 4757115 h 6887937"/>
              <a:gd name="connsiteX5" fmla="*/ 4457700 w 5840730"/>
              <a:gd name="connsiteY5" fmla="*/ 3842715 h 6887937"/>
              <a:gd name="connsiteX6" fmla="*/ 4686300 w 5840730"/>
              <a:gd name="connsiteY6" fmla="*/ 371317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4790753"/>
              <a:gd name="connsiteY0" fmla="*/ 0 h 6887937"/>
              <a:gd name="connsiteX1" fmla="*/ 2674743 w 4790753"/>
              <a:gd name="connsiteY1" fmla="*/ 49345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310950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12040 w 4790753"/>
              <a:gd name="connsiteY2" fmla="*/ 3464777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244891 w 4790753"/>
              <a:gd name="connsiteY2" fmla="*/ 3464778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392375 w 4790753"/>
              <a:gd name="connsiteY2" fmla="*/ 3464779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392375 w 5110169"/>
              <a:gd name="connsiteY2" fmla="*/ 3464779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66000 w 5110169"/>
              <a:gd name="connsiteY2" fmla="*/ 4629324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16839 w 5110169"/>
              <a:gd name="connsiteY2" fmla="*/ 4550372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589019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034002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300466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42040 w 5110169"/>
              <a:gd name="connsiteY3" fmla="*/ 5566930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05329 w 5110169"/>
              <a:gd name="connsiteY2" fmla="*/ 4974740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75832 w 5110169"/>
              <a:gd name="connsiteY2" fmla="*/ 503395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198620 w 5110169"/>
              <a:gd name="connsiteY7" fmla="*/ 4133044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251960 w 5110169"/>
              <a:gd name="connsiteY7" fmla="*/ 4071856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030921"/>
              <a:gd name="connsiteY0" fmla="*/ 0 h 6877051"/>
              <a:gd name="connsiteX1" fmla="*/ 2487931 w 5030921"/>
              <a:gd name="connsiteY1" fmla="*/ 0 h 6877051"/>
              <a:gd name="connsiteX2" fmla="*/ 3834825 w 5030921"/>
              <a:gd name="connsiteY2" fmla="*/ 5142514 h 6877051"/>
              <a:gd name="connsiteX3" fmla="*/ 4074118 w 5030921"/>
              <a:gd name="connsiteY3" fmla="*/ 5314407 h 6877051"/>
              <a:gd name="connsiteX4" fmla="*/ 4168140 w 5030921"/>
              <a:gd name="connsiteY4" fmla="*/ 5055407 h 6877051"/>
              <a:gd name="connsiteX5" fmla="*/ 3935730 w 5030921"/>
              <a:gd name="connsiteY5" fmla="*/ 4175425 h 6877051"/>
              <a:gd name="connsiteX6" fmla="*/ 4061460 w 5030921"/>
              <a:gd name="connsiteY6" fmla="*/ 3931157 h 6877051"/>
              <a:gd name="connsiteX7" fmla="*/ 4251960 w 5030921"/>
              <a:gd name="connsiteY7" fmla="*/ 4071856 h 6877051"/>
              <a:gd name="connsiteX8" fmla="*/ 5030921 w 5030921"/>
              <a:gd name="connsiteY8" fmla="*/ 6875699 h 6877051"/>
              <a:gd name="connsiteX9" fmla="*/ 0 w 5030921"/>
              <a:gd name="connsiteY9" fmla="*/ 6877051 h 6877051"/>
              <a:gd name="connsiteX10" fmla="*/ 0 w 5030921"/>
              <a:gd name="connsiteY10" fmla="*/ 0 h 6877051"/>
              <a:gd name="connsiteX0" fmla="*/ 0 w 4963865"/>
              <a:gd name="connsiteY0" fmla="*/ 0 h 6877051"/>
              <a:gd name="connsiteX1" fmla="*/ 2487931 w 4963865"/>
              <a:gd name="connsiteY1" fmla="*/ 0 h 6877051"/>
              <a:gd name="connsiteX2" fmla="*/ 3834825 w 4963865"/>
              <a:gd name="connsiteY2" fmla="*/ 5142514 h 6877051"/>
              <a:gd name="connsiteX3" fmla="*/ 4074118 w 4963865"/>
              <a:gd name="connsiteY3" fmla="*/ 5314407 h 6877051"/>
              <a:gd name="connsiteX4" fmla="*/ 4168140 w 4963865"/>
              <a:gd name="connsiteY4" fmla="*/ 5055407 h 6877051"/>
              <a:gd name="connsiteX5" fmla="*/ 3935730 w 4963865"/>
              <a:gd name="connsiteY5" fmla="*/ 4175425 h 6877051"/>
              <a:gd name="connsiteX6" fmla="*/ 4061460 w 4963865"/>
              <a:gd name="connsiteY6" fmla="*/ 3931157 h 6877051"/>
              <a:gd name="connsiteX7" fmla="*/ 4251960 w 4963865"/>
              <a:gd name="connsiteY7" fmla="*/ 4071856 h 6877051"/>
              <a:gd name="connsiteX8" fmla="*/ 4963865 w 4963865"/>
              <a:gd name="connsiteY8" fmla="*/ 6875699 h 6877051"/>
              <a:gd name="connsiteX9" fmla="*/ 0 w 4963865"/>
              <a:gd name="connsiteY9" fmla="*/ 6877051 h 6877051"/>
              <a:gd name="connsiteX10" fmla="*/ 0 w 4963865"/>
              <a:gd name="connsiteY10" fmla="*/ 0 h 6877051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024825" h="6881818">
                <a:moveTo>
                  <a:pt x="0" y="0"/>
                </a:moveTo>
                <a:lnTo>
                  <a:pt x="2487931" y="0"/>
                </a:lnTo>
                <a:lnTo>
                  <a:pt x="3834825" y="5142514"/>
                </a:lnTo>
                <a:cubicBezTo>
                  <a:pt x="3851116" y="5182666"/>
                  <a:pt x="3878538" y="5351369"/>
                  <a:pt x="4048718" y="5314407"/>
                </a:cubicBezTo>
                <a:cubicBezTo>
                  <a:pt x="4218898" y="5277445"/>
                  <a:pt x="4184015" y="5205230"/>
                  <a:pt x="4168140" y="5055407"/>
                </a:cubicBezTo>
                <a:lnTo>
                  <a:pt x="3935730" y="4175425"/>
                </a:lnTo>
                <a:cubicBezTo>
                  <a:pt x="3924300" y="4083966"/>
                  <a:pt x="3902710" y="3989870"/>
                  <a:pt x="4061460" y="3941355"/>
                </a:cubicBezTo>
                <a:cubicBezTo>
                  <a:pt x="4194810" y="3923207"/>
                  <a:pt x="4213860" y="4007005"/>
                  <a:pt x="4251960" y="4071856"/>
                </a:cubicBezTo>
                <a:lnTo>
                  <a:pt x="5024825" y="6881818"/>
                </a:lnTo>
                <a:lnTo>
                  <a:pt x="0" y="687705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anchor="ctr"/>
          <a:lstStyle>
            <a:lvl1pPr algn="ctr">
              <a:defRPr baseline="-25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Slide Number Placeholder 9">
            <a:extLst>
              <a:ext uri="{FF2B5EF4-FFF2-40B4-BE49-F238E27FC236}">
                <a16:creationId xmlns:a16="http://schemas.microsoft.com/office/drawing/2014/main" id="{E2790754-E9EF-9F79-825B-5AB348DFA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38829F9-FA07-E84B-ED85-A3958046C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04430" y="5008931"/>
            <a:ext cx="3842918" cy="435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979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8319A446-9DC9-77CB-F6E0-D5CC1C0C8D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233290" y="0"/>
            <a:ext cx="2740011" cy="6850028"/>
            <a:chOff x="8233290" y="0"/>
            <a:chExt cx="2740011" cy="6850028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51D0537-C777-0B20-2AE3-6DD522E2421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233290" y="0"/>
              <a:ext cx="2740011" cy="6850028"/>
            </a:xfrm>
            <a:prstGeom prst="rect">
              <a:avLst/>
            </a:prstGeom>
          </p:spPr>
        </p:pic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64F46914-ADE7-0BE9-0C39-280FE8F3B9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001841" y="4372451"/>
              <a:ext cx="878334" cy="1705001"/>
            </a:xfrm>
            <a:prstGeom prst="rect">
              <a:avLst/>
            </a:prstGeom>
          </p:spPr>
        </p:pic>
      </p:grp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D27DC4C-0653-4DB5-ABFE-50764C59AD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995403" y="1894376"/>
            <a:ext cx="2847975" cy="3390899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7368" y="270880"/>
            <a:ext cx="11297264" cy="1524000"/>
          </a:xfrm>
        </p:spPr>
        <p:txBody>
          <a:bodyPr anchor="ctr">
            <a:normAutofit/>
          </a:bodyPr>
          <a:lstStyle>
            <a:lvl1pPr algn="ctr">
              <a:lnSpc>
                <a:spcPct val="90000"/>
              </a:lnSpc>
              <a:defRPr sz="3600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B00516E-9699-821C-0371-67A8478E1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18352" y="1894376"/>
            <a:ext cx="2847975" cy="3390899"/>
          </a:xfrm>
          <a:prstGeom prst="roundRect">
            <a:avLst/>
          </a:prstGeom>
          <a:solidFill>
            <a:schemeClr val="accent1">
              <a:alpha val="10000"/>
            </a:schemeClr>
          </a:solidFill>
          <a:ln w="31750">
            <a:solidFill>
              <a:schemeClr val="accent1"/>
            </a:solidFill>
          </a:ln>
        </p:spPr>
        <p:txBody>
          <a:bodyPr lIns="0" tIns="274320" bIns="0" anchor="t">
            <a:normAutofit/>
          </a:bodyPr>
          <a:lstStyle>
            <a:lvl1pPr marL="0" indent="0" algn="ctr">
              <a:spcBef>
                <a:spcPts val="600"/>
              </a:spcBef>
              <a:spcAft>
                <a:spcPts val="1800"/>
              </a:spcAft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r>
              <a:rPr lang="en-US" dirty="0"/>
              <a:t>Add Subtitle here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87E0A2EC-564E-BDA2-2E74-CEA1D54B10C9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2239419" y="2833688"/>
            <a:ext cx="1005840" cy="914400"/>
          </a:xfrm>
        </p:spPr>
        <p:txBody>
          <a:bodyPr>
            <a:normAutofit/>
          </a:bodyPr>
          <a:lstStyle>
            <a:lvl1pPr algn="ctr"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6DA7890-E49A-5536-1939-2B9589558EF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05817" y="3989405"/>
            <a:ext cx="2275880" cy="893763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201168" indent="0">
              <a:buNone/>
              <a:defRPr sz="1200"/>
            </a:lvl2pPr>
            <a:lvl3pPr marL="384048" indent="0">
              <a:buNone/>
              <a:defRPr sz="1200"/>
            </a:lvl3pPr>
            <a:lvl4pPr marL="566928" indent="0">
              <a:buNone/>
              <a:defRPr sz="1200"/>
            </a:lvl4pPr>
            <a:lvl5pPr marL="749808" indent="0"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4A1E2517-8244-627B-E6B6-4EF4FEDCA10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1092" y="1894376"/>
            <a:ext cx="2847975" cy="3390899"/>
          </a:xfrm>
          <a:prstGeom prst="roundRect">
            <a:avLst/>
          </a:prstGeom>
          <a:solidFill>
            <a:schemeClr val="accent1">
              <a:alpha val="10000"/>
            </a:schemeClr>
          </a:solidFill>
          <a:ln w="31750">
            <a:solidFill>
              <a:schemeClr val="accent1"/>
            </a:solidFill>
          </a:ln>
        </p:spPr>
        <p:txBody>
          <a:bodyPr lIns="0" tIns="274320" bIns="0" anchor="t">
            <a:normAutofit/>
          </a:bodyPr>
          <a:lstStyle>
            <a:lvl1pPr marL="0" indent="0" algn="ctr">
              <a:spcBef>
                <a:spcPts val="600"/>
              </a:spcBef>
              <a:spcAft>
                <a:spcPts val="1800"/>
              </a:spcAft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r>
              <a:rPr lang="en-US" dirty="0"/>
              <a:t>Add Subtitle here</a:t>
            </a:r>
          </a:p>
        </p:txBody>
      </p:sp>
      <p:sp>
        <p:nvSpPr>
          <p:cNvPr id="18" name="Picture Placeholder 16">
            <a:extLst>
              <a:ext uri="{FF2B5EF4-FFF2-40B4-BE49-F238E27FC236}">
                <a16:creationId xmlns:a16="http://schemas.microsoft.com/office/drawing/2014/main" id="{054FC79A-A756-FC67-CBF8-0078E8F8C1A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572159" y="2954840"/>
            <a:ext cx="1005840" cy="914400"/>
          </a:xfrm>
        </p:spPr>
        <p:txBody>
          <a:bodyPr>
            <a:normAutofit/>
          </a:bodyPr>
          <a:lstStyle>
            <a:lvl1pPr algn="ctr"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BE00383-F339-E668-9399-D2DC9718C39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38557" y="3989404"/>
            <a:ext cx="2275880" cy="893763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201168" indent="0">
              <a:buNone/>
              <a:defRPr sz="1200"/>
            </a:lvl2pPr>
            <a:lvl3pPr marL="384048" indent="0">
              <a:buNone/>
              <a:defRPr sz="1200"/>
            </a:lvl3pPr>
            <a:lvl4pPr marL="566928" indent="0">
              <a:buNone/>
              <a:defRPr sz="1200"/>
            </a:lvl4pPr>
            <a:lvl5pPr marL="749808" indent="0"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71A788CA-392F-F29F-08CD-FBCB24BA793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95403" y="1894376"/>
            <a:ext cx="2847975" cy="3390899"/>
          </a:xfrm>
          <a:prstGeom prst="roundRect">
            <a:avLst/>
          </a:prstGeom>
          <a:solidFill>
            <a:schemeClr val="accent1">
              <a:alpha val="10000"/>
            </a:schemeClr>
          </a:solidFill>
          <a:ln w="31750">
            <a:solidFill>
              <a:schemeClr val="accent1"/>
            </a:solidFill>
          </a:ln>
        </p:spPr>
        <p:txBody>
          <a:bodyPr lIns="0" tIns="274320" bIns="0" anchor="t">
            <a:normAutofit/>
          </a:bodyPr>
          <a:lstStyle>
            <a:lvl1pPr marL="0" indent="0" algn="ctr">
              <a:spcBef>
                <a:spcPts val="600"/>
              </a:spcBef>
              <a:spcAft>
                <a:spcPts val="1800"/>
              </a:spcAft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r>
              <a:rPr lang="en-US" dirty="0"/>
              <a:t>Add Subtitle here</a:t>
            </a:r>
          </a:p>
        </p:txBody>
      </p:sp>
      <p:sp>
        <p:nvSpPr>
          <p:cNvPr id="19" name="Picture Placeholder 16">
            <a:extLst>
              <a:ext uri="{FF2B5EF4-FFF2-40B4-BE49-F238E27FC236}">
                <a16:creationId xmlns:a16="http://schemas.microsoft.com/office/drawing/2014/main" id="{6E7FBECC-1456-B16C-B42F-61BAE986F27C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916470" y="2833688"/>
            <a:ext cx="1005840" cy="914400"/>
          </a:xfrm>
        </p:spPr>
        <p:txBody>
          <a:bodyPr>
            <a:normAutofit/>
          </a:bodyPr>
          <a:lstStyle>
            <a:lvl1pPr algn="ctr"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984A0CD0-C9DF-C8B2-FEE6-05F2F04032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82868" y="3989404"/>
            <a:ext cx="2275880" cy="893763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201168" indent="0">
              <a:buNone/>
              <a:defRPr sz="1200"/>
            </a:lvl2pPr>
            <a:lvl3pPr marL="384048" indent="0">
              <a:buNone/>
              <a:defRPr sz="1200"/>
            </a:lvl3pPr>
            <a:lvl4pPr marL="566928" indent="0">
              <a:buNone/>
              <a:defRPr sz="1200"/>
            </a:lvl4pPr>
            <a:lvl5pPr marL="749808" indent="0"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4" name="Footer Placeholder 8">
            <a:extLst>
              <a:ext uri="{FF2B5EF4-FFF2-40B4-BE49-F238E27FC236}">
                <a16:creationId xmlns:a16="http://schemas.microsoft.com/office/drawing/2014/main" id="{28D89004-F984-BB7D-2489-E7EC551298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4241" y="6290774"/>
            <a:ext cx="6637071" cy="365125"/>
          </a:xfrm>
          <a:prstGeom prst="rect">
            <a:avLst/>
          </a:prstGeom>
        </p:spPr>
        <p:txBody>
          <a:bodyPr/>
          <a:lstStyle>
            <a:lvl1pPr>
              <a:defRPr sz="11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Add footer here</a:t>
            </a:r>
          </a:p>
        </p:txBody>
      </p:sp>
      <p:sp>
        <p:nvSpPr>
          <p:cNvPr id="21" name="Slide Number Placeholder 9">
            <a:extLst>
              <a:ext uri="{FF2B5EF4-FFF2-40B4-BE49-F238E27FC236}">
                <a16:creationId xmlns:a16="http://schemas.microsoft.com/office/drawing/2014/main" id="{E2790754-E9EF-9F79-825B-5AB348DFA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012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8319A446-9DC9-77CB-F6E0-D5CC1C0C8D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233290" y="0"/>
            <a:ext cx="2740011" cy="6850028"/>
            <a:chOff x="8233290" y="0"/>
            <a:chExt cx="2740011" cy="6850028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51D0537-C777-0B20-2AE3-6DD522E2421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233290" y="0"/>
              <a:ext cx="2740011" cy="6850028"/>
            </a:xfrm>
            <a:prstGeom prst="rect">
              <a:avLst/>
            </a:prstGeom>
          </p:spPr>
        </p:pic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64F46914-ADE7-0BE9-0C39-280FE8F3B9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001841" y="4372451"/>
              <a:ext cx="878334" cy="1705001"/>
            </a:xfrm>
            <a:prstGeom prst="rect">
              <a:avLst/>
            </a:prstGeom>
          </p:spPr>
        </p:pic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30CF8376-A762-054E-EA3C-FF9430AD9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099" y="286603"/>
            <a:ext cx="11373803" cy="1450757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B00516E-9699-821C-0371-67A8478E1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18352" y="1894376"/>
            <a:ext cx="2847975" cy="3390899"/>
          </a:xfrm>
          <a:prstGeom prst="roundRect">
            <a:avLst/>
          </a:prstGeom>
          <a:solidFill>
            <a:schemeClr val="tx1"/>
          </a:solidFill>
          <a:ln w="31750">
            <a:solidFill>
              <a:schemeClr val="accent1"/>
            </a:solidFill>
          </a:ln>
        </p:spPr>
        <p:txBody>
          <a:bodyPr lIns="0" tIns="274320" bIns="0" anchor="t">
            <a:normAutofit/>
          </a:bodyPr>
          <a:lstStyle>
            <a:lvl1pPr marL="0" indent="0" algn="ctr">
              <a:spcBef>
                <a:spcPts val="600"/>
              </a:spcBef>
              <a:spcAft>
                <a:spcPts val="1800"/>
              </a:spcAft>
              <a:buNone/>
              <a:defRPr sz="2400">
                <a:solidFill>
                  <a:schemeClr val="accent1"/>
                </a:solidFill>
                <a:latin typeface="+mj-lt"/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r>
              <a:rPr lang="en-US" dirty="0"/>
              <a:t>Add Subtitle here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87E0A2EC-564E-BDA2-2E74-CEA1D54B10C9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2239419" y="2833688"/>
            <a:ext cx="1005840" cy="914400"/>
          </a:xfrm>
        </p:spPr>
        <p:txBody>
          <a:bodyPr>
            <a:normAutofit/>
          </a:bodyPr>
          <a:lstStyle>
            <a:lvl1pPr algn="ctr"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6DA7890-E49A-5536-1939-2B9589558EF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05817" y="3989405"/>
            <a:ext cx="2275880" cy="893763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  <a:lvl2pPr marL="201168" indent="0">
              <a:buNone/>
              <a:defRPr sz="1200"/>
            </a:lvl2pPr>
            <a:lvl3pPr marL="384048" indent="0">
              <a:buNone/>
              <a:defRPr sz="1200"/>
            </a:lvl3pPr>
            <a:lvl4pPr marL="566928" indent="0">
              <a:buNone/>
              <a:defRPr sz="1200"/>
            </a:lvl4pPr>
            <a:lvl5pPr marL="749808" indent="0"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4A1E2517-8244-627B-E6B6-4EF4FEDCA10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1092" y="1894376"/>
            <a:ext cx="2847975" cy="3390899"/>
          </a:xfrm>
          <a:prstGeom prst="roundRect">
            <a:avLst/>
          </a:prstGeom>
          <a:solidFill>
            <a:schemeClr val="tx1"/>
          </a:solidFill>
          <a:ln w="31750">
            <a:solidFill>
              <a:schemeClr val="accent1"/>
            </a:solidFill>
          </a:ln>
        </p:spPr>
        <p:txBody>
          <a:bodyPr lIns="0" tIns="274320" bIns="0" anchor="t">
            <a:normAutofit/>
          </a:bodyPr>
          <a:lstStyle>
            <a:lvl1pPr marL="0" indent="0" algn="ctr">
              <a:spcBef>
                <a:spcPts val="600"/>
              </a:spcBef>
              <a:spcAft>
                <a:spcPts val="1800"/>
              </a:spcAft>
              <a:buNone/>
              <a:defRPr sz="2400">
                <a:solidFill>
                  <a:schemeClr val="accent1"/>
                </a:solidFill>
                <a:latin typeface="+mj-lt"/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r>
              <a:rPr lang="en-US" dirty="0"/>
              <a:t>Add Subtitle here</a:t>
            </a:r>
          </a:p>
        </p:txBody>
      </p:sp>
      <p:sp>
        <p:nvSpPr>
          <p:cNvPr id="18" name="Picture Placeholder 16">
            <a:extLst>
              <a:ext uri="{FF2B5EF4-FFF2-40B4-BE49-F238E27FC236}">
                <a16:creationId xmlns:a16="http://schemas.microsoft.com/office/drawing/2014/main" id="{054FC79A-A756-FC67-CBF8-0078E8F8C1A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572159" y="2954840"/>
            <a:ext cx="1005840" cy="914400"/>
          </a:xfrm>
        </p:spPr>
        <p:txBody>
          <a:bodyPr>
            <a:normAutofit/>
          </a:bodyPr>
          <a:lstStyle>
            <a:lvl1pPr algn="ctr"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BE00383-F339-E668-9399-D2DC9718C39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38557" y="3989404"/>
            <a:ext cx="2275880" cy="893763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  <a:lvl2pPr marL="201168" indent="0">
              <a:buNone/>
              <a:defRPr sz="1200"/>
            </a:lvl2pPr>
            <a:lvl3pPr marL="384048" indent="0">
              <a:buNone/>
              <a:defRPr sz="1200"/>
            </a:lvl3pPr>
            <a:lvl4pPr marL="566928" indent="0">
              <a:buNone/>
              <a:defRPr sz="1200"/>
            </a:lvl4pPr>
            <a:lvl5pPr marL="749808" indent="0"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71A788CA-392F-F29F-08CD-FBCB24BA793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95403" y="1894376"/>
            <a:ext cx="2847975" cy="3390899"/>
          </a:xfrm>
          <a:prstGeom prst="roundRect">
            <a:avLst/>
          </a:prstGeom>
          <a:solidFill>
            <a:schemeClr val="tx1"/>
          </a:solidFill>
          <a:ln w="31750">
            <a:solidFill>
              <a:schemeClr val="accent1"/>
            </a:solidFill>
          </a:ln>
        </p:spPr>
        <p:txBody>
          <a:bodyPr lIns="0" tIns="274320" bIns="0" anchor="t">
            <a:normAutofit/>
          </a:bodyPr>
          <a:lstStyle>
            <a:lvl1pPr marL="0" indent="0" algn="ctr">
              <a:spcBef>
                <a:spcPts val="600"/>
              </a:spcBef>
              <a:spcAft>
                <a:spcPts val="1800"/>
              </a:spcAft>
              <a:buNone/>
              <a:defRPr sz="2400">
                <a:solidFill>
                  <a:schemeClr val="accent1"/>
                </a:solidFill>
                <a:latin typeface="+mj-lt"/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r>
              <a:rPr lang="en-US" dirty="0"/>
              <a:t>Add Subtitle here</a:t>
            </a:r>
          </a:p>
        </p:txBody>
      </p:sp>
      <p:sp>
        <p:nvSpPr>
          <p:cNvPr id="19" name="Picture Placeholder 16">
            <a:extLst>
              <a:ext uri="{FF2B5EF4-FFF2-40B4-BE49-F238E27FC236}">
                <a16:creationId xmlns:a16="http://schemas.microsoft.com/office/drawing/2014/main" id="{6E7FBECC-1456-B16C-B42F-61BAE986F27C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916470" y="2833688"/>
            <a:ext cx="1005840" cy="914400"/>
          </a:xfrm>
        </p:spPr>
        <p:txBody>
          <a:bodyPr>
            <a:normAutofit/>
          </a:bodyPr>
          <a:lstStyle>
            <a:lvl1pPr algn="ctr"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984A0CD0-C9DF-C8B2-FEE6-05F2F04032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82868" y="3989404"/>
            <a:ext cx="2275880" cy="893763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  <a:lvl2pPr marL="201168" indent="0">
              <a:buNone/>
              <a:defRPr sz="1200"/>
            </a:lvl2pPr>
            <a:lvl3pPr marL="384048" indent="0">
              <a:buNone/>
              <a:defRPr sz="1200"/>
            </a:lvl3pPr>
            <a:lvl4pPr marL="566928" indent="0">
              <a:buNone/>
              <a:defRPr sz="1200"/>
            </a:lvl4pPr>
            <a:lvl5pPr marL="749808" indent="0"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4" name="Footer Placeholder 8">
            <a:extLst>
              <a:ext uri="{FF2B5EF4-FFF2-40B4-BE49-F238E27FC236}">
                <a16:creationId xmlns:a16="http://schemas.microsoft.com/office/drawing/2014/main" id="{28D89004-F984-BB7D-2489-E7EC551298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4241" y="6290774"/>
            <a:ext cx="6637071" cy="365125"/>
          </a:xfrm>
          <a:prstGeom prst="rect">
            <a:avLst/>
          </a:prstGeom>
        </p:spPr>
        <p:txBody>
          <a:bodyPr/>
          <a:lstStyle>
            <a:lvl1pPr>
              <a:defRPr sz="1100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Add footer here</a:t>
            </a:r>
          </a:p>
        </p:txBody>
      </p:sp>
      <p:sp>
        <p:nvSpPr>
          <p:cNvPr id="21" name="Slide Number Placeholder 9">
            <a:extLst>
              <a:ext uri="{FF2B5EF4-FFF2-40B4-BE49-F238E27FC236}">
                <a16:creationId xmlns:a16="http://schemas.microsoft.com/office/drawing/2014/main" id="{E2790754-E9EF-9F79-825B-5AB348DFA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17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sson Summar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599788" y="353962"/>
            <a:ext cx="4786877" cy="983225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spc="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599788" y="1517074"/>
            <a:ext cx="4786877" cy="763899"/>
          </a:xfrm>
        </p:spPr>
        <p:txBody>
          <a:bodyPr lIns="91440" tIns="91440" rIns="91440" bIns="0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400" cap="none" spc="0" baseline="0">
                <a:solidFill>
                  <a:schemeClr val="accent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Add Subtitle here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F200699-2797-D741-1EC1-B83FCA4B197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2235"/>
            <a:ext cx="5840730" cy="6862275"/>
          </a:xfrm>
          <a:custGeom>
            <a:avLst/>
            <a:gdLst>
              <a:gd name="connsiteX0" fmla="*/ 0 w 6064250"/>
              <a:gd name="connsiteY0" fmla="*/ 0 h 6877051"/>
              <a:gd name="connsiteX1" fmla="*/ 606425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6064250"/>
              <a:gd name="connsiteY0" fmla="*/ 0 h 6877051"/>
              <a:gd name="connsiteX1" fmla="*/ 584073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4028621 w 5840730"/>
              <a:gd name="connsiteY2" fmla="*/ 6887937 h 6887937"/>
              <a:gd name="connsiteX3" fmla="*/ 0 w 5840730"/>
              <a:gd name="connsiteY3" fmla="*/ 6877051 h 6887937"/>
              <a:gd name="connsiteX4" fmla="*/ 0 w 5840730"/>
              <a:gd name="connsiteY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028621 w 5840730"/>
              <a:gd name="connsiteY3" fmla="*/ 6887937 h 6887937"/>
              <a:gd name="connsiteX4" fmla="*/ 0 w 5840730"/>
              <a:gd name="connsiteY4" fmla="*/ 6877051 h 6887937"/>
              <a:gd name="connsiteX5" fmla="*/ 0 w 5840730"/>
              <a:gd name="connsiteY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028621 w 5840730"/>
              <a:gd name="connsiteY4" fmla="*/ 6887937 h 6887937"/>
              <a:gd name="connsiteX5" fmla="*/ 0 w 5840730"/>
              <a:gd name="connsiteY5" fmla="*/ 6877051 h 6887937"/>
              <a:gd name="connsiteX6" fmla="*/ 0 w 5840730"/>
              <a:gd name="connsiteY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785360 w 5840730"/>
              <a:gd name="connsiteY4" fmla="*/ 3926535 h 6887937"/>
              <a:gd name="connsiteX5" fmla="*/ 4028621 w 5840730"/>
              <a:gd name="connsiteY5" fmla="*/ 6887937 h 6887937"/>
              <a:gd name="connsiteX6" fmla="*/ 0 w 5840730"/>
              <a:gd name="connsiteY6" fmla="*/ 6877051 h 6887937"/>
              <a:gd name="connsiteX7" fmla="*/ 0 w 5840730"/>
              <a:gd name="connsiteY7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22520 w 5840730"/>
              <a:gd name="connsiteY5" fmla="*/ 3415995 h 6887937"/>
              <a:gd name="connsiteX6" fmla="*/ 4785360 w 5840730"/>
              <a:gd name="connsiteY6" fmla="*/ 3926535 h 6887937"/>
              <a:gd name="connsiteX7" fmla="*/ 4028621 w 5840730"/>
              <a:gd name="connsiteY7" fmla="*/ 6887937 h 6887937"/>
              <a:gd name="connsiteX8" fmla="*/ 0 w 5840730"/>
              <a:gd name="connsiteY8" fmla="*/ 6877051 h 6887937"/>
              <a:gd name="connsiteX9" fmla="*/ 0 w 5840730"/>
              <a:gd name="connsiteY9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4922520 w 5840730"/>
              <a:gd name="connsiteY6" fmla="*/ 341599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922520 w 5840730"/>
              <a:gd name="connsiteY7" fmla="*/ 341599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457700 w 5840730"/>
              <a:gd name="connsiteY7" fmla="*/ 384271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37760 w 5840730"/>
              <a:gd name="connsiteY5" fmla="*/ 16100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5681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33950 w 5840730"/>
              <a:gd name="connsiteY3" fmla="*/ 273781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61560 w 5840730"/>
              <a:gd name="connsiteY3" fmla="*/ 29435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42510 w 5840730"/>
              <a:gd name="connsiteY3" fmla="*/ 30197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560570 w 5840730"/>
              <a:gd name="connsiteY11" fmla="*/ 412084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09160 w 5840730"/>
              <a:gd name="connsiteY11" fmla="*/ 363316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840730" h="6887937">
                <a:moveTo>
                  <a:pt x="0" y="0"/>
                </a:moveTo>
                <a:lnTo>
                  <a:pt x="5840730" y="0"/>
                </a:lnTo>
                <a:lnTo>
                  <a:pt x="5090160" y="2775915"/>
                </a:lnTo>
                <a:cubicBezTo>
                  <a:pt x="5057140" y="2883865"/>
                  <a:pt x="5020310" y="2976575"/>
                  <a:pt x="4853940" y="2962605"/>
                </a:cubicBezTo>
                <a:cubicBezTo>
                  <a:pt x="4668520" y="2845765"/>
                  <a:pt x="4761230" y="2747975"/>
                  <a:pt x="4754880" y="2692095"/>
                </a:cubicBezTo>
                <a:cubicBezTo>
                  <a:pt x="4845050" y="2355545"/>
                  <a:pt x="4904740" y="2121865"/>
                  <a:pt x="4979670" y="1846275"/>
                </a:cubicBezTo>
                <a:cubicBezTo>
                  <a:pt x="5021580" y="1687525"/>
                  <a:pt x="4996180" y="1615135"/>
                  <a:pt x="4872990" y="1571955"/>
                </a:cubicBezTo>
                <a:cubicBezTo>
                  <a:pt x="4738370" y="1563065"/>
                  <a:pt x="4699000" y="1597355"/>
                  <a:pt x="4655820" y="1770075"/>
                </a:cubicBezTo>
                <a:cubicBezTo>
                  <a:pt x="4671060" y="1858975"/>
                  <a:pt x="3878580" y="4599635"/>
                  <a:pt x="3893820" y="4688535"/>
                </a:cubicBezTo>
                <a:cubicBezTo>
                  <a:pt x="3858895" y="4824425"/>
                  <a:pt x="3925570" y="4880305"/>
                  <a:pt x="3992880" y="4905705"/>
                </a:cubicBezTo>
                <a:cubicBezTo>
                  <a:pt x="4102100" y="4904435"/>
                  <a:pt x="4158615" y="4917135"/>
                  <a:pt x="4213860" y="4757115"/>
                </a:cubicBezTo>
                <a:lnTo>
                  <a:pt x="4457700" y="3842715"/>
                </a:lnTo>
                <a:cubicBezTo>
                  <a:pt x="4481830" y="3756355"/>
                  <a:pt x="4555490" y="3692855"/>
                  <a:pt x="4686300" y="3713175"/>
                </a:cubicBezTo>
                <a:cubicBezTo>
                  <a:pt x="4829810" y="3791915"/>
                  <a:pt x="4782820" y="3882085"/>
                  <a:pt x="4785360" y="3926535"/>
                </a:cubicBezTo>
                <a:lnTo>
                  <a:pt x="4028621" y="6887937"/>
                </a:lnTo>
                <a:lnTo>
                  <a:pt x="0" y="687705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anchor="ctr"/>
          <a:lstStyle>
            <a:lvl1pPr algn="ctr">
              <a:defRPr baseline="-25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1A56017-320A-546E-A749-7145642CB96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99788" y="2341261"/>
            <a:ext cx="4796710" cy="401939"/>
          </a:xfrm>
        </p:spPr>
        <p:txBody>
          <a:bodyPr lIns="91440" tIns="0" anchor="b">
            <a:normAutofit/>
          </a:bodyPr>
          <a:lstStyle>
            <a:lvl1pPr marL="0" indent="0">
              <a:spcAft>
                <a:spcPts val="600"/>
              </a:spcAft>
              <a:buFont typeface="Courier New" panose="02070309020205020404" pitchFamily="49" charset="0"/>
              <a:buNone/>
              <a:defRPr sz="2000">
                <a:solidFill>
                  <a:schemeClr val="accent1"/>
                </a:solidFill>
              </a:defRPr>
            </a:lvl1pPr>
            <a:lvl2pPr marL="274320" indent="-274320">
              <a:buFont typeface="Courier New" panose="02070309020205020404" pitchFamily="49" charset="0"/>
              <a:buChar char="o"/>
              <a:defRPr sz="1200">
                <a:solidFill>
                  <a:schemeClr val="bg1"/>
                </a:solidFill>
              </a:defRPr>
            </a:lvl2pPr>
            <a:lvl3pPr marL="274320" indent="-274320">
              <a:buFont typeface="Courier New" panose="02070309020205020404" pitchFamily="49" charset="0"/>
              <a:buChar char="o"/>
              <a:defRPr sz="1050">
                <a:solidFill>
                  <a:schemeClr val="bg1"/>
                </a:solidFill>
              </a:defRPr>
            </a:lvl3pPr>
            <a:lvl4pPr marL="274320" indent="-274320">
              <a:buFont typeface="Courier New" panose="02070309020205020404" pitchFamily="49" charset="0"/>
              <a:buChar char="o"/>
              <a:defRPr sz="1050">
                <a:solidFill>
                  <a:schemeClr val="bg1"/>
                </a:solidFill>
              </a:defRPr>
            </a:lvl4pPr>
            <a:lvl5pPr marL="274320" indent="-274320">
              <a:buFont typeface="Courier New" panose="02070309020205020404" pitchFamily="49" charset="0"/>
              <a:buChar char="o"/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9BC9EC3-C68A-CC9E-C220-8D585A8B43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99789" y="2753247"/>
            <a:ext cx="3852296" cy="817345"/>
          </a:xfrm>
        </p:spPr>
        <p:txBody>
          <a:bodyPr lIns="91440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201168" indent="0">
              <a:buNone/>
              <a:defRPr sz="1200">
                <a:solidFill>
                  <a:schemeClr val="bg1"/>
                </a:solidFill>
              </a:defRPr>
            </a:lvl2pPr>
            <a:lvl3pPr marL="384048" indent="0">
              <a:buNone/>
              <a:defRPr sz="1200">
                <a:solidFill>
                  <a:schemeClr val="bg1"/>
                </a:solidFill>
              </a:defRPr>
            </a:lvl3pPr>
            <a:lvl4pPr marL="566928" indent="0">
              <a:buNone/>
              <a:defRPr sz="1200">
                <a:solidFill>
                  <a:schemeClr val="bg1"/>
                </a:solidFill>
              </a:defRPr>
            </a:lvl4pPr>
            <a:lvl5pPr marL="749808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46FE873-5DC1-BDE4-557B-F18695033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4426666" y="5060315"/>
            <a:ext cx="927943" cy="1801301"/>
          </a:xfrm>
          <a:prstGeom prst="rect">
            <a:avLst/>
          </a:prstGeom>
        </p:spPr>
      </p:pic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DE3FA6A1-74D7-3926-C0BF-FECA6C0B03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99788" y="3563285"/>
            <a:ext cx="4796710" cy="401939"/>
          </a:xfrm>
        </p:spPr>
        <p:txBody>
          <a:bodyPr lIns="91440" tIns="0" anchor="b">
            <a:normAutofit/>
          </a:bodyPr>
          <a:lstStyle>
            <a:lvl1pPr marL="0" indent="0">
              <a:spcAft>
                <a:spcPts val="600"/>
              </a:spcAft>
              <a:buFont typeface="Courier New" panose="02070309020205020404" pitchFamily="49" charset="0"/>
              <a:buNone/>
              <a:defRPr sz="2000">
                <a:solidFill>
                  <a:schemeClr val="accent1"/>
                </a:solidFill>
              </a:defRPr>
            </a:lvl1pPr>
            <a:lvl2pPr marL="274320" indent="-274320">
              <a:buFont typeface="Courier New" panose="02070309020205020404" pitchFamily="49" charset="0"/>
              <a:buChar char="o"/>
              <a:defRPr sz="1200">
                <a:solidFill>
                  <a:schemeClr val="bg1"/>
                </a:solidFill>
              </a:defRPr>
            </a:lvl2pPr>
            <a:lvl3pPr marL="274320" indent="-274320">
              <a:buFont typeface="Courier New" panose="02070309020205020404" pitchFamily="49" charset="0"/>
              <a:buChar char="o"/>
              <a:defRPr sz="1050">
                <a:solidFill>
                  <a:schemeClr val="bg1"/>
                </a:solidFill>
              </a:defRPr>
            </a:lvl3pPr>
            <a:lvl4pPr marL="274320" indent="-274320">
              <a:buFont typeface="Courier New" panose="02070309020205020404" pitchFamily="49" charset="0"/>
              <a:buChar char="o"/>
              <a:defRPr sz="1050">
                <a:solidFill>
                  <a:schemeClr val="bg1"/>
                </a:solidFill>
              </a:defRPr>
            </a:lvl4pPr>
            <a:lvl5pPr marL="274320" indent="-274320">
              <a:buFont typeface="Courier New" panose="02070309020205020404" pitchFamily="49" charset="0"/>
              <a:buChar char="o"/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9487AC4B-B367-6BC8-2DCA-61A43B3264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99788" y="3982578"/>
            <a:ext cx="3860546" cy="529133"/>
          </a:xfrm>
        </p:spPr>
        <p:txBody>
          <a:bodyPr lIns="91440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201168" indent="0">
              <a:buNone/>
              <a:defRPr sz="1200">
                <a:solidFill>
                  <a:schemeClr val="bg1"/>
                </a:solidFill>
              </a:defRPr>
            </a:lvl2pPr>
            <a:lvl3pPr marL="384048" indent="0">
              <a:buNone/>
              <a:defRPr sz="1200">
                <a:solidFill>
                  <a:schemeClr val="bg1"/>
                </a:solidFill>
              </a:defRPr>
            </a:lvl3pPr>
            <a:lvl4pPr marL="566928" indent="0">
              <a:buNone/>
              <a:defRPr sz="1200">
                <a:solidFill>
                  <a:schemeClr val="bg1"/>
                </a:solidFill>
              </a:defRPr>
            </a:lvl4pPr>
            <a:lvl5pPr marL="749808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34E9A44E-6692-ACFA-4EB0-368490BF357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99788" y="4564818"/>
            <a:ext cx="4796710" cy="401939"/>
          </a:xfrm>
        </p:spPr>
        <p:txBody>
          <a:bodyPr lIns="91440" tIns="0" anchor="b">
            <a:normAutofit/>
          </a:bodyPr>
          <a:lstStyle>
            <a:lvl1pPr marL="0" indent="0">
              <a:spcAft>
                <a:spcPts val="600"/>
              </a:spcAft>
              <a:buFont typeface="Courier New" panose="02070309020205020404" pitchFamily="49" charset="0"/>
              <a:buNone/>
              <a:defRPr sz="2000">
                <a:solidFill>
                  <a:schemeClr val="accent1"/>
                </a:solidFill>
              </a:defRPr>
            </a:lvl1pPr>
            <a:lvl2pPr marL="274320" indent="-274320">
              <a:buFont typeface="Courier New" panose="02070309020205020404" pitchFamily="49" charset="0"/>
              <a:buChar char="o"/>
              <a:defRPr sz="1200">
                <a:solidFill>
                  <a:schemeClr val="bg1"/>
                </a:solidFill>
              </a:defRPr>
            </a:lvl2pPr>
            <a:lvl3pPr marL="274320" indent="-274320">
              <a:buFont typeface="Courier New" panose="02070309020205020404" pitchFamily="49" charset="0"/>
              <a:buChar char="o"/>
              <a:defRPr sz="1050">
                <a:solidFill>
                  <a:schemeClr val="bg1"/>
                </a:solidFill>
              </a:defRPr>
            </a:lvl3pPr>
            <a:lvl4pPr marL="274320" indent="-274320">
              <a:buFont typeface="Courier New" panose="02070309020205020404" pitchFamily="49" charset="0"/>
              <a:buChar char="o"/>
              <a:defRPr sz="1050">
                <a:solidFill>
                  <a:schemeClr val="bg1"/>
                </a:solidFill>
              </a:defRPr>
            </a:lvl4pPr>
            <a:lvl5pPr marL="274320" indent="-274320">
              <a:buFont typeface="Courier New" panose="02070309020205020404" pitchFamily="49" charset="0"/>
              <a:buChar char="o"/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B0B6725-F963-746B-381A-0F998539A02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99788" y="4975138"/>
            <a:ext cx="3860546" cy="852906"/>
          </a:xfrm>
        </p:spPr>
        <p:txBody>
          <a:bodyPr lIns="91440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201168" indent="0">
              <a:buNone/>
              <a:defRPr sz="1200">
                <a:solidFill>
                  <a:schemeClr val="bg1"/>
                </a:solidFill>
              </a:defRPr>
            </a:lvl2pPr>
            <a:lvl3pPr marL="384048" indent="0">
              <a:buNone/>
              <a:defRPr sz="1200">
                <a:solidFill>
                  <a:schemeClr val="bg1"/>
                </a:solidFill>
              </a:defRPr>
            </a:lvl3pPr>
            <a:lvl4pPr marL="566928" indent="0">
              <a:buNone/>
              <a:defRPr sz="1200">
                <a:solidFill>
                  <a:schemeClr val="bg1"/>
                </a:solidFill>
              </a:defRPr>
            </a:lvl4pPr>
            <a:lvl5pPr marL="749808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419208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Top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B8C35C0-4758-2887-0763-E78795846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3537" y="-1946"/>
            <a:ext cx="3601340" cy="6881814"/>
          </a:xfrm>
          <a:custGeom>
            <a:avLst/>
            <a:gdLst>
              <a:gd name="connsiteX0" fmla="*/ 3601340 w 3601340"/>
              <a:gd name="connsiteY0" fmla="*/ 0 h 6881814"/>
              <a:gd name="connsiteX1" fmla="*/ 0 w 3601340"/>
              <a:gd name="connsiteY1" fmla="*/ 0 h 6881814"/>
              <a:gd name="connsiteX2" fmla="*/ 0 w 3601340"/>
              <a:gd name="connsiteY2" fmla="*/ 6881815 h 6881814"/>
              <a:gd name="connsiteX3" fmla="*/ 1064235 w 3601340"/>
              <a:gd name="connsiteY3" fmla="*/ 6881815 h 6881814"/>
              <a:gd name="connsiteX4" fmla="*/ 1441045 w 3601340"/>
              <a:gd name="connsiteY4" fmla="*/ 5490188 h 6881814"/>
              <a:gd name="connsiteX5" fmla="*/ 1835678 w 3601340"/>
              <a:gd name="connsiteY5" fmla="*/ 4034957 h 6881814"/>
              <a:gd name="connsiteX6" fmla="*/ 2045724 w 3601340"/>
              <a:gd name="connsiteY6" fmla="*/ 3914112 h 6881814"/>
              <a:gd name="connsiteX7" fmla="*/ 2166660 w 3601340"/>
              <a:gd name="connsiteY7" fmla="*/ 4124001 h 6881814"/>
              <a:gd name="connsiteX8" fmla="*/ 1906966 w 3601340"/>
              <a:gd name="connsiteY8" fmla="*/ 5081858 h 6881814"/>
              <a:gd name="connsiteX9" fmla="*/ 2027902 w 3601340"/>
              <a:gd name="connsiteY9" fmla="*/ 5291747 h 6881814"/>
              <a:gd name="connsiteX10" fmla="*/ 2227765 w 3601340"/>
              <a:gd name="connsiteY10" fmla="*/ 5198887 h 6881814"/>
              <a:gd name="connsiteX11" fmla="*/ 2570204 w 3601340"/>
              <a:gd name="connsiteY11" fmla="*/ 3923016 h 6881814"/>
              <a:gd name="connsiteX12" fmla="*/ 2602029 w 3601340"/>
              <a:gd name="connsiteY12" fmla="*/ 3799627 h 6881814"/>
              <a:gd name="connsiteX13" fmla="*/ 3601340 w 3601340"/>
              <a:gd name="connsiteY13" fmla="*/ 0 h 6881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601340" h="6881814">
                <a:moveTo>
                  <a:pt x="3601340" y="0"/>
                </a:moveTo>
                <a:lnTo>
                  <a:pt x="0" y="0"/>
                </a:lnTo>
                <a:lnTo>
                  <a:pt x="0" y="6881815"/>
                </a:lnTo>
                <a:lnTo>
                  <a:pt x="1064235" y="6881815"/>
                </a:lnTo>
                <a:lnTo>
                  <a:pt x="1441045" y="5490188"/>
                </a:lnTo>
                <a:lnTo>
                  <a:pt x="1835678" y="4034957"/>
                </a:lnTo>
                <a:cubicBezTo>
                  <a:pt x="1859865" y="3943369"/>
                  <a:pt x="1954068" y="3889943"/>
                  <a:pt x="2045724" y="3914112"/>
                </a:cubicBezTo>
                <a:cubicBezTo>
                  <a:pt x="2137381" y="3938281"/>
                  <a:pt x="2190847" y="4032413"/>
                  <a:pt x="2166660" y="4124001"/>
                </a:cubicBezTo>
                <a:lnTo>
                  <a:pt x="1906966" y="5081858"/>
                </a:lnTo>
                <a:cubicBezTo>
                  <a:pt x="1882779" y="5173446"/>
                  <a:pt x="1936246" y="5267578"/>
                  <a:pt x="2027902" y="5291747"/>
                </a:cubicBezTo>
                <a:cubicBezTo>
                  <a:pt x="2109375" y="5313372"/>
                  <a:pt x="2193393" y="5272666"/>
                  <a:pt x="2227765" y="5198887"/>
                </a:cubicBezTo>
                <a:lnTo>
                  <a:pt x="2570204" y="3923016"/>
                </a:lnTo>
                <a:lnTo>
                  <a:pt x="2602029" y="3799627"/>
                </a:lnTo>
                <a:lnTo>
                  <a:pt x="360134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F200699-2797-D741-1EC1-B83FCA4B197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flipH="1">
            <a:off x="7163691" y="0"/>
            <a:ext cx="5024825" cy="6858000"/>
          </a:xfrm>
          <a:custGeom>
            <a:avLst/>
            <a:gdLst>
              <a:gd name="connsiteX0" fmla="*/ 0 w 6064250"/>
              <a:gd name="connsiteY0" fmla="*/ 0 h 6877051"/>
              <a:gd name="connsiteX1" fmla="*/ 606425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6064250"/>
              <a:gd name="connsiteY0" fmla="*/ 0 h 6877051"/>
              <a:gd name="connsiteX1" fmla="*/ 584073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4028621 w 5840730"/>
              <a:gd name="connsiteY2" fmla="*/ 6887937 h 6887937"/>
              <a:gd name="connsiteX3" fmla="*/ 0 w 5840730"/>
              <a:gd name="connsiteY3" fmla="*/ 6877051 h 6887937"/>
              <a:gd name="connsiteX4" fmla="*/ 0 w 5840730"/>
              <a:gd name="connsiteY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028621 w 5840730"/>
              <a:gd name="connsiteY3" fmla="*/ 6887937 h 6887937"/>
              <a:gd name="connsiteX4" fmla="*/ 0 w 5840730"/>
              <a:gd name="connsiteY4" fmla="*/ 6877051 h 6887937"/>
              <a:gd name="connsiteX5" fmla="*/ 0 w 5840730"/>
              <a:gd name="connsiteY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028621 w 5840730"/>
              <a:gd name="connsiteY4" fmla="*/ 6887937 h 6887937"/>
              <a:gd name="connsiteX5" fmla="*/ 0 w 5840730"/>
              <a:gd name="connsiteY5" fmla="*/ 6877051 h 6887937"/>
              <a:gd name="connsiteX6" fmla="*/ 0 w 5840730"/>
              <a:gd name="connsiteY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785360 w 5840730"/>
              <a:gd name="connsiteY4" fmla="*/ 3926535 h 6887937"/>
              <a:gd name="connsiteX5" fmla="*/ 4028621 w 5840730"/>
              <a:gd name="connsiteY5" fmla="*/ 6887937 h 6887937"/>
              <a:gd name="connsiteX6" fmla="*/ 0 w 5840730"/>
              <a:gd name="connsiteY6" fmla="*/ 6877051 h 6887937"/>
              <a:gd name="connsiteX7" fmla="*/ 0 w 5840730"/>
              <a:gd name="connsiteY7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22520 w 5840730"/>
              <a:gd name="connsiteY5" fmla="*/ 3415995 h 6887937"/>
              <a:gd name="connsiteX6" fmla="*/ 4785360 w 5840730"/>
              <a:gd name="connsiteY6" fmla="*/ 3926535 h 6887937"/>
              <a:gd name="connsiteX7" fmla="*/ 4028621 w 5840730"/>
              <a:gd name="connsiteY7" fmla="*/ 6887937 h 6887937"/>
              <a:gd name="connsiteX8" fmla="*/ 0 w 5840730"/>
              <a:gd name="connsiteY8" fmla="*/ 6877051 h 6887937"/>
              <a:gd name="connsiteX9" fmla="*/ 0 w 5840730"/>
              <a:gd name="connsiteY9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4922520 w 5840730"/>
              <a:gd name="connsiteY6" fmla="*/ 341599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922520 w 5840730"/>
              <a:gd name="connsiteY7" fmla="*/ 341599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457700 w 5840730"/>
              <a:gd name="connsiteY7" fmla="*/ 384271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37760 w 5840730"/>
              <a:gd name="connsiteY5" fmla="*/ 16100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5681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33950 w 5840730"/>
              <a:gd name="connsiteY3" fmla="*/ 273781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61560 w 5840730"/>
              <a:gd name="connsiteY3" fmla="*/ 29435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42510 w 5840730"/>
              <a:gd name="connsiteY3" fmla="*/ 30197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560570 w 5840730"/>
              <a:gd name="connsiteY11" fmla="*/ 412084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09160 w 5840730"/>
              <a:gd name="connsiteY11" fmla="*/ 363316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655820 w 5840730"/>
              <a:gd name="connsiteY6" fmla="*/ 1770075 h 6887937"/>
              <a:gd name="connsiteX7" fmla="*/ 3893820 w 5840730"/>
              <a:gd name="connsiteY7" fmla="*/ 4688535 h 6887937"/>
              <a:gd name="connsiteX8" fmla="*/ 3992880 w 5840730"/>
              <a:gd name="connsiteY8" fmla="*/ 490570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3893820 w 5840730"/>
              <a:gd name="connsiteY6" fmla="*/ 4688535 h 6887937"/>
              <a:gd name="connsiteX7" fmla="*/ 3992880 w 5840730"/>
              <a:gd name="connsiteY7" fmla="*/ 490570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686300 w 5840730"/>
              <a:gd name="connsiteY10" fmla="*/ 371317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3893820 w 5840730"/>
              <a:gd name="connsiteY5" fmla="*/ 4688535 h 6887937"/>
              <a:gd name="connsiteX6" fmla="*/ 3992880 w 5840730"/>
              <a:gd name="connsiteY6" fmla="*/ 490570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686300 w 5840730"/>
              <a:gd name="connsiteY9" fmla="*/ 371317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3893820 w 5840730"/>
              <a:gd name="connsiteY4" fmla="*/ 4688535 h 6887937"/>
              <a:gd name="connsiteX5" fmla="*/ 3992880 w 5840730"/>
              <a:gd name="connsiteY5" fmla="*/ 4905705 h 6887937"/>
              <a:gd name="connsiteX6" fmla="*/ 4213860 w 5840730"/>
              <a:gd name="connsiteY6" fmla="*/ 4757115 h 6887937"/>
              <a:gd name="connsiteX7" fmla="*/ 4457700 w 5840730"/>
              <a:gd name="connsiteY7" fmla="*/ 3842715 h 6887937"/>
              <a:gd name="connsiteX8" fmla="*/ 4686300 w 5840730"/>
              <a:gd name="connsiteY8" fmla="*/ 371317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3893820 w 5840730"/>
              <a:gd name="connsiteY3" fmla="*/ 4688535 h 6887937"/>
              <a:gd name="connsiteX4" fmla="*/ 3992880 w 5840730"/>
              <a:gd name="connsiteY4" fmla="*/ 4905705 h 6887937"/>
              <a:gd name="connsiteX5" fmla="*/ 4213860 w 5840730"/>
              <a:gd name="connsiteY5" fmla="*/ 4757115 h 6887937"/>
              <a:gd name="connsiteX6" fmla="*/ 4457700 w 5840730"/>
              <a:gd name="connsiteY6" fmla="*/ 3842715 h 6887937"/>
              <a:gd name="connsiteX7" fmla="*/ 4686300 w 5840730"/>
              <a:gd name="connsiteY7" fmla="*/ 371317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3893820 w 5840730"/>
              <a:gd name="connsiteY2" fmla="*/ 4688535 h 6887937"/>
              <a:gd name="connsiteX3" fmla="*/ 3992880 w 5840730"/>
              <a:gd name="connsiteY3" fmla="*/ 4905705 h 6887937"/>
              <a:gd name="connsiteX4" fmla="*/ 4213860 w 5840730"/>
              <a:gd name="connsiteY4" fmla="*/ 4757115 h 6887937"/>
              <a:gd name="connsiteX5" fmla="*/ 4457700 w 5840730"/>
              <a:gd name="connsiteY5" fmla="*/ 3842715 h 6887937"/>
              <a:gd name="connsiteX6" fmla="*/ 4686300 w 5840730"/>
              <a:gd name="connsiteY6" fmla="*/ 371317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4790753"/>
              <a:gd name="connsiteY0" fmla="*/ 0 h 6887937"/>
              <a:gd name="connsiteX1" fmla="*/ 2674743 w 4790753"/>
              <a:gd name="connsiteY1" fmla="*/ 49345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310950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12040 w 4790753"/>
              <a:gd name="connsiteY2" fmla="*/ 3464777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244891 w 4790753"/>
              <a:gd name="connsiteY2" fmla="*/ 3464778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392375 w 4790753"/>
              <a:gd name="connsiteY2" fmla="*/ 3464779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392375 w 5110169"/>
              <a:gd name="connsiteY2" fmla="*/ 3464779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66000 w 5110169"/>
              <a:gd name="connsiteY2" fmla="*/ 4629324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16839 w 5110169"/>
              <a:gd name="connsiteY2" fmla="*/ 4550372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589019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034002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300466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42040 w 5110169"/>
              <a:gd name="connsiteY3" fmla="*/ 5566930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05329 w 5110169"/>
              <a:gd name="connsiteY2" fmla="*/ 4974740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75832 w 5110169"/>
              <a:gd name="connsiteY2" fmla="*/ 503395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198620 w 5110169"/>
              <a:gd name="connsiteY7" fmla="*/ 4133044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251960 w 5110169"/>
              <a:gd name="connsiteY7" fmla="*/ 4071856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030921"/>
              <a:gd name="connsiteY0" fmla="*/ 0 h 6877051"/>
              <a:gd name="connsiteX1" fmla="*/ 2487931 w 5030921"/>
              <a:gd name="connsiteY1" fmla="*/ 0 h 6877051"/>
              <a:gd name="connsiteX2" fmla="*/ 3834825 w 5030921"/>
              <a:gd name="connsiteY2" fmla="*/ 5142514 h 6877051"/>
              <a:gd name="connsiteX3" fmla="*/ 4074118 w 5030921"/>
              <a:gd name="connsiteY3" fmla="*/ 5314407 h 6877051"/>
              <a:gd name="connsiteX4" fmla="*/ 4168140 w 5030921"/>
              <a:gd name="connsiteY4" fmla="*/ 5055407 h 6877051"/>
              <a:gd name="connsiteX5" fmla="*/ 3935730 w 5030921"/>
              <a:gd name="connsiteY5" fmla="*/ 4175425 h 6877051"/>
              <a:gd name="connsiteX6" fmla="*/ 4061460 w 5030921"/>
              <a:gd name="connsiteY6" fmla="*/ 3931157 h 6877051"/>
              <a:gd name="connsiteX7" fmla="*/ 4251960 w 5030921"/>
              <a:gd name="connsiteY7" fmla="*/ 4071856 h 6877051"/>
              <a:gd name="connsiteX8" fmla="*/ 5030921 w 5030921"/>
              <a:gd name="connsiteY8" fmla="*/ 6875699 h 6877051"/>
              <a:gd name="connsiteX9" fmla="*/ 0 w 5030921"/>
              <a:gd name="connsiteY9" fmla="*/ 6877051 h 6877051"/>
              <a:gd name="connsiteX10" fmla="*/ 0 w 5030921"/>
              <a:gd name="connsiteY10" fmla="*/ 0 h 6877051"/>
              <a:gd name="connsiteX0" fmla="*/ 0 w 4963865"/>
              <a:gd name="connsiteY0" fmla="*/ 0 h 6877051"/>
              <a:gd name="connsiteX1" fmla="*/ 2487931 w 4963865"/>
              <a:gd name="connsiteY1" fmla="*/ 0 h 6877051"/>
              <a:gd name="connsiteX2" fmla="*/ 3834825 w 4963865"/>
              <a:gd name="connsiteY2" fmla="*/ 5142514 h 6877051"/>
              <a:gd name="connsiteX3" fmla="*/ 4074118 w 4963865"/>
              <a:gd name="connsiteY3" fmla="*/ 5314407 h 6877051"/>
              <a:gd name="connsiteX4" fmla="*/ 4168140 w 4963865"/>
              <a:gd name="connsiteY4" fmla="*/ 5055407 h 6877051"/>
              <a:gd name="connsiteX5" fmla="*/ 3935730 w 4963865"/>
              <a:gd name="connsiteY5" fmla="*/ 4175425 h 6877051"/>
              <a:gd name="connsiteX6" fmla="*/ 4061460 w 4963865"/>
              <a:gd name="connsiteY6" fmla="*/ 3931157 h 6877051"/>
              <a:gd name="connsiteX7" fmla="*/ 4251960 w 4963865"/>
              <a:gd name="connsiteY7" fmla="*/ 4071856 h 6877051"/>
              <a:gd name="connsiteX8" fmla="*/ 4963865 w 4963865"/>
              <a:gd name="connsiteY8" fmla="*/ 6875699 h 6877051"/>
              <a:gd name="connsiteX9" fmla="*/ 0 w 4963865"/>
              <a:gd name="connsiteY9" fmla="*/ 6877051 h 6877051"/>
              <a:gd name="connsiteX10" fmla="*/ 0 w 4963865"/>
              <a:gd name="connsiteY10" fmla="*/ 0 h 6877051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024825" h="6881818">
                <a:moveTo>
                  <a:pt x="0" y="0"/>
                </a:moveTo>
                <a:lnTo>
                  <a:pt x="2487931" y="0"/>
                </a:lnTo>
                <a:lnTo>
                  <a:pt x="3834825" y="5142514"/>
                </a:lnTo>
                <a:cubicBezTo>
                  <a:pt x="3851116" y="5182666"/>
                  <a:pt x="3878538" y="5351369"/>
                  <a:pt x="4048718" y="5314407"/>
                </a:cubicBezTo>
                <a:cubicBezTo>
                  <a:pt x="4218898" y="5277445"/>
                  <a:pt x="4184015" y="5205230"/>
                  <a:pt x="4168140" y="5055407"/>
                </a:cubicBezTo>
                <a:lnTo>
                  <a:pt x="3935730" y="4175425"/>
                </a:lnTo>
                <a:cubicBezTo>
                  <a:pt x="3924300" y="4083966"/>
                  <a:pt x="3902710" y="3989870"/>
                  <a:pt x="4061460" y="3941355"/>
                </a:cubicBezTo>
                <a:cubicBezTo>
                  <a:pt x="4194810" y="3923207"/>
                  <a:pt x="4213860" y="4007005"/>
                  <a:pt x="4251960" y="4071856"/>
                </a:cubicBezTo>
                <a:lnTo>
                  <a:pt x="5024825" y="6881818"/>
                </a:lnTo>
                <a:lnTo>
                  <a:pt x="0" y="687705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anchor="ctr"/>
          <a:lstStyle>
            <a:lvl1pPr algn="ctr">
              <a:defRPr baseline="-25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96322" y="320040"/>
            <a:ext cx="6732237" cy="1017147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5E91AD6-E4A6-F082-0E76-DAF7D57B51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24242" y="1749479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5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o1.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B00516E-9699-821C-0371-67A8478E1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43379" y="1749479"/>
            <a:ext cx="5885179" cy="533400"/>
          </a:xfrm>
        </p:spPr>
        <p:txBody>
          <a:bodyPr bIns="0" anchor="b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7C72C187-9B88-8558-E9E7-CA189DF0EF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4242" y="2378035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o2.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366E515-A368-5E2D-8A9F-6BDBB76BC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43379" y="2378035"/>
            <a:ext cx="5885179" cy="533400"/>
          </a:xfrm>
        </p:spPr>
        <p:txBody>
          <a:bodyPr bIns="0" anchor="b"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F522536-6FE3-2618-BC24-8C51881858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4242" y="3006909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o3.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89C1155B-B06D-77D5-B3DC-9CEAEDF2D61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43379" y="3009613"/>
            <a:ext cx="5885179" cy="533400"/>
          </a:xfrm>
        </p:spPr>
        <p:txBody>
          <a:bodyPr bIns="0" anchor="b"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F3A36BC1-799A-6623-E5E3-1190C0C7C4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4242" y="3635783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o4.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92954362-36EF-4B42-19C7-6132A7E2A87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43379" y="3638169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EF1DED4-DCEF-D1F3-17B9-BC29651F7DE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4242" y="4264656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o5.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57B871C-EE51-327F-62B1-79B005BD932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43379" y="4269747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1359A1-A1B1-9DC6-08B9-8042E7FBA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6889763" y="0"/>
            <a:ext cx="1822122" cy="6871447"/>
          </a:xfrm>
          <a:prstGeom prst="line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Footer Placeholder 8">
            <a:extLst>
              <a:ext uri="{FF2B5EF4-FFF2-40B4-BE49-F238E27FC236}">
                <a16:creationId xmlns:a16="http://schemas.microsoft.com/office/drawing/2014/main" id="{28D89004-F984-BB7D-2489-E7EC551298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4241" y="6290774"/>
            <a:ext cx="6637071" cy="365125"/>
          </a:xfrm>
          <a:prstGeom prst="rect">
            <a:avLst/>
          </a:prstGeom>
        </p:spPr>
        <p:txBody>
          <a:bodyPr/>
          <a:lstStyle>
            <a:lvl1pPr>
              <a:defRPr sz="11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Add footer here</a:t>
            </a:r>
          </a:p>
        </p:txBody>
      </p:sp>
      <p:sp>
        <p:nvSpPr>
          <p:cNvPr id="21" name="Slide Number Placeholder 9">
            <a:extLst>
              <a:ext uri="{FF2B5EF4-FFF2-40B4-BE49-F238E27FC236}">
                <a16:creationId xmlns:a16="http://schemas.microsoft.com/office/drawing/2014/main" id="{E2790754-E9EF-9F79-825B-5AB348DFA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533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Top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B8C35C0-4758-2887-0763-E78795846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3537" y="-1946"/>
            <a:ext cx="3601340" cy="6881814"/>
          </a:xfrm>
          <a:custGeom>
            <a:avLst/>
            <a:gdLst>
              <a:gd name="connsiteX0" fmla="*/ 3601340 w 3601340"/>
              <a:gd name="connsiteY0" fmla="*/ 0 h 6881814"/>
              <a:gd name="connsiteX1" fmla="*/ 0 w 3601340"/>
              <a:gd name="connsiteY1" fmla="*/ 0 h 6881814"/>
              <a:gd name="connsiteX2" fmla="*/ 0 w 3601340"/>
              <a:gd name="connsiteY2" fmla="*/ 6881815 h 6881814"/>
              <a:gd name="connsiteX3" fmla="*/ 1064235 w 3601340"/>
              <a:gd name="connsiteY3" fmla="*/ 6881815 h 6881814"/>
              <a:gd name="connsiteX4" fmla="*/ 1441045 w 3601340"/>
              <a:gd name="connsiteY4" fmla="*/ 5490188 h 6881814"/>
              <a:gd name="connsiteX5" fmla="*/ 1835678 w 3601340"/>
              <a:gd name="connsiteY5" fmla="*/ 4034957 h 6881814"/>
              <a:gd name="connsiteX6" fmla="*/ 2045724 w 3601340"/>
              <a:gd name="connsiteY6" fmla="*/ 3914112 h 6881814"/>
              <a:gd name="connsiteX7" fmla="*/ 2166660 w 3601340"/>
              <a:gd name="connsiteY7" fmla="*/ 4124001 h 6881814"/>
              <a:gd name="connsiteX8" fmla="*/ 1906966 w 3601340"/>
              <a:gd name="connsiteY8" fmla="*/ 5081858 h 6881814"/>
              <a:gd name="connsiteX9" fmla="*/ 2027902 w 3601340"/>
              <a:gd name="connsiteY9" fmla="*/ 5291747 h 6881814"/>
              <a:gd name="connsiteX10" fmla="*/ 2227765 w 3601340"/>
              <a:gd name="connsiteY10" fmla="*/ 5198887 h 6881814"/>
              <a:gd name="connsiteX11" fmla="*/ 2570204 w 3601340"/>
              <a:gd name="connsiteY11" fmla="*/ 3923016 h 6881814"/>
              <a:gd name="connsiteX12" fmla="*/ 2602029 w 3601340"/>
              <a:gd name="connsiteY12" fmla="*/ 3799627 h 6881814"/>
              <a:gd name="connsiteX13" fmla="*/ 3601340 w 3601340"/>
              <a:gd name="connsiteY13" fmla="*/ 0 h 6881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601340" h="6881814">
                <a:moveTo>
                  <a:pt x="3601340" y="0"/>
                </a:moveTo>
                <a:lnTo>
                  <a:pt x="0" y="0"/>
                </a:lnTo>
                <a:lnTo>
                  <a:pt x="0" y="6881815"/>
                </a:lnTo>
                <a:lnTo>
                  <a:pt x="1064235" y="6881815"/>
                </a:lnTo>
                <a:lnTo>
                  <a:pt x="1441045" y="5490188"/>
                </a:lnTo>
                <a:lnTo>
                  <a:pt x="1835678" y="4034957"/>
                </a:lnTo>
                <a:cubicBezTo>
                  <a:pt x="1859865" y="3943369"/>
                  <a:pt x="1954068" y="3889943"/>
                  <a:pt x="2045724" y="3914112"/>
                </a:cubicBezTo>
                <a:cubicBezTo>
                  <a:pt x="2137381" y="3938281"/>
                  <a:pt x="2190847" y="4032413"/>
                  <a:pt x="2166660" y="4124001"/>
                </a:cubicBezTo>
                <a:lnTo>
                  <a:pt x="1906966" y="5081858"/>
                </a:lnTo>
                <a:cubicBezTo>
                  <a:pt x="1882779" y="5173446"/>
                  <a:pt x="1936246" y="5267578"/>
                  <a:pt x="2027902" y="5291747"/>
                </a:cubicBezTo>
                <a:cubicBezTo>
                  <a:pt x="2109375" y="5313372"/>
                  <a:pt x="2193393" y="5272666"/>
                  <a:pt x="2227765" y="5198887"/>
                </a:cubicBezTo>
                <a:lnTo>
                  <a:pt x="2570204" y="3923016"/>
                </a:lnTo>
                <a:lnTo>
                  <a:pt x="2602029" y="3799627"/>
                </a:lnTo>
                <a:lnTo>
                  <a:pt x="360134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F200699-2797-D741-1EC1-B83FCA4B197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flipH="1">
            <a:off x="7163691" y="0"/>
            <a:ext cx="5024825" cy="6858000"/>
          </a:xfrm>
          <a:custGeom>
            <a:avLst/>
            <a:gdLst>
              <a:gd name="connsiteX0" fmla="*/ 0 w 6064250"/>
              <a:gd name="connsiteY0" fmla="*/ 0 h 6877051"/>
              <a:gd name="connsiteX1" fmla="*/ 606425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6064250"/>
              <a:gd name="connsiteY0" fmla="*/ 0 h 6877051"/>
              <a:gd name="connsiteX1" fmla="*/ 584073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4028621 w 5840730"/>
              <a:gd name="connsiteY2" fmla="*/ 6887937 h 6887937"/>
              <a:gd name="connsiteX3" fmla="*/ 0 w 5840730"/>
              <a:gd name="connsiteY3" fmla="*/ 6877051 h 6887937"/>
              <a:gd name="connsiteX4" fmla="*/ 0 w 5840730"/>
              <a:gd name="connsiteY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028621 w 5840730"/>
              <a:gd name="connsiteY3" fmla="*/ 6887937 h 6887937"/>
              <a:gd name="connsiteX4" fmla="*/ 0 w 5840730"/>
              <a:gd name="connsiteY4" fmla="*/ 6877051 h 6887937"/>
              <a:gd name="connsiteX5" fmla="*/ 0 w 5840730"/>
              <a:gd name="connsiteY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028621 w 5840730"/>
              <a:gd name="connsiteY4" fmla="*/ 6887937 h 6887937"/>
              <a:gd name="connsiteX5" fmla="*/ 0 w 5840730"/>
              <a:gd name="connsiteY5" fmla="*/ 6877051 h 6887937"/>
              <a:gd name="connsiteX6" fmla="*/ 0 w 5840730"/>
              <a:gd name="connsiteY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785360 w 5840730"/>
              <a:gd name="connsiteY4" fmla="*/ 3926535 h 6887937"/>
              <a:gd name="connsiteX5" fmla="*/ 4028621 w 5840730"/>
              <a:gd name="connsiteY5" fmla="*/ 6887937 h 6887937"/>
              <a:gd name="connsiteX6" fmla="*/ 0 w 5840730"/>
              <a:gd name="connsiteY6" fmla="*/ 6877051 h 6887937"/>
              <a:gd name="connsiteX7" fmla="*/ 0 w 5840730"/>
              <a:gd name="connsiteY7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22520 w 5840730"/>
              <a:gd name="connsiteY5" fmla="*/ 3415995 h 6887937"/>
              <a:gd name="connsiteX6" fmla="*/ 4785360 w 5840730"/>
              <a:gd name="connsiteY6" fmla="*/ 3926535 h 6887937"/>
              <a:gd name="connsiteX7" fmla="*/ 4028621 w 5840730"/>
              <a:gd name="connsiteY7" fmla="*/ 6887937 h 6887937"/>
              <a:gd name="connsiteX8" fmla="*/ 0 w 5840730"/>
              <a:gd name="connsiteY8" fmla="*/ 6877051 h 6887937"/>
              <a:gd name="connsiteX9" fmla="*/ 0 w 5840730"/>
              <a:gd name="connsiteY9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4922520 w 5840730"/>
              <a:gd name="connsiteY6" fmla="*/ 341599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922520 w 5840730"/>
              <a:gd name="connsiteY7" fmla="*/ 341599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457700 w 5840730"/>
              <a:gd name="connsiteY7" fmla="*/ 384271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37760 w 5840730"/>
              <a:gd name="connsiteY5" fmla="*/ 16100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5681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33950 w 5840730"/>
              <a:gd name="connsiteY3" fmla="*/ 273781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61560 w 5840730"/>
              <a:gd name="connsiteY3" fmla="*/ 29435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42510 w 5840730"/>
              <a:gd name="connsiteY3" fmla="*/ 30197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560570 w 5840730"/>
              <a:gd name="connsiteY11" fmla="*/ 412084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09160 w 5840730"/>
              <a:gd name="connsiteY11" fmla="*/ 363316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655820 w 5840730"/>
              <a:gd name="connsiteY6" fmla="*/ 1770075 h 6887937"/>
              <a:gd name="connsiteX7" fmla="*/ 3893820 w 5840730"/>
              <a:gd name="connsiteY7" fmla="*/ 4688535 h 6887937"/>
              <a:gd name="connsiteX8" fmla="*/ 3992880 w 5840730"/>
              <a:gd name="connsiteY8" fmla="*/ 490570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3893820 w 5840730"/>
              <a:gd name="connsiteY6" fmla="*/ 4688535 h 6887937"/>
              <a:gd name="connsiteX7" fmla="*/ 3992880 w 5840730"/>
              <a:gd name="connsiteY7" fmla="*/ 490570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686300 w 5840730"/>
              <a:gd name="connsiteY10" fmla="*/ 371317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3893820 w 5840730"/>
              <a:gd name="connsiteY5" fmla="*/ 4688535 h 6887937"/>
              <a:gd name="connsiteX6" fmla="*/ 3992880 w 5840730"/>
              <a:gd name="connsiteY6" fmla="*/ 490570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686300 w 5840730"/>
              <a:gd name="connsiteY9" fmla="*/ 371317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3893820 w 5840730"/>
              <a:gd name="connsiteY4" fmla="*/ 4688535 h 6887937"/>
              <a:gd name="connsiteX5" fmla="*/ 3992880 w 5840730"/>
              <a:gd name="connsiteY5" fmla="*/ 4905705 h 6887937"/>
              <a:gd name="connsiteX6" fmla="*/ 4213860 w 5840730"/>
              <a:gd name="connsiteY6" fmla="*/ 4757115 h 6887937"/>
              <a:gd name="connsiteX7" fmla="*/ 4457700 w 5840730"/>
              <a:gd name="connsiteY7" fmla="*/ 3842715 h 6887937"/>
              <a:gd name="connsiteX8" fmla="*/ 4686300 w 5840730"/>
              <a:gd name="connsiteY8" fmla="*/ 371317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3893820 w 5840730"/>
              <a:gd name="connsiteY3" fmla="*/ 4688535 h 6887937"/>
              <a:gd name="connsiteX4" fmla="*/ 3992880 w 5840730"/>
              <a:gd name="connsiteY4" fmla="*/ 4905705 h 6887937"/>
              <a:gd name="connsiteX5" fmla="*/ 4213860 w 5840730"/>
              <a:gd name="connsiteY5" fmla="*/ 4757115 h 6887937"/>
              <a:gd name="connsiteX6" fmla="*/ 4457700 w 5840730"/>
              <a:gd name="connsiteY6" fmla="*/ 3842715 h 6887937"/>
              <a:gd name="connsiteX7" fmla="*/ 4686300 w 5840730"/>
              <a:gd name="connsiteY7" fmla="*/ 371317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3893820 w 5840730"/>
              <a:gd name="connsiteY2" fmla="*/ 4688535 h 6887937"/>
              <a:gd name="connsiteX3" fmla="*/ 3992880 w 5840730"/>
              <a:gd name="connsiteY3" fmla="*/ 4905705 h 6887937"/>
              <a:gd name="connsiteX4" fmla="*/ 4213860 w 5840730"/>
              <a:gd name="connsiteY4" fmla="*/ 4757115 h 6887937"/>
              <a:gd name="connsiteX5" fmla="*/ 4457700 w 5840730"/>
              <a:gd name="connsiteY5" fmla="*/ 3842715 h 6887937"/>
              <a:gd name="connsiteX6" fmla="*/ 4686300 w 5840730"/>
              <a:gd name="connsiteY6" fmla="*/ 371317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4790753"/>
              <a:gd name="connsiteY0" fmla="*/ 0 h 6887937"/>
              <a:gd name="connsiteX1" fmla="*/ 2674743 w 4790753"/>
              <a:gd name="connsiteY1" fmla="*/ 49345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310950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12040 w 4790753"/>
              <a:gd name="connsiteY2" fmla="*/ 3464777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244891 w 4790753"/>
              <a:gd name="connsiteY2" fmla="*/ 3464778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392375 w 4790753"/>
              <a:gd name="connsiteY2" fmla="*/ 3464779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392375 w 5110169"/>
              <a:gd name="connsiteY2" fmla="*/ 3464779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66000 w 5110169"/>
              <a:gd name="connsiteY2" fmla="*/ 4629324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16839 w 5110169"/>
              <a:gd name="connsiteY2" fmla="*/ 4550372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589019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034002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300466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42040 w 5110169"/>
              <a:gd name="connsiteY3" fmla="*/ 5566930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05329 w 5110169"/>
              <a:gd name="connsiteY2" fmla="*/ 4974740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75832 w 5110169"/>
              <a:gd name="connsiteY2" fmla="*/ 503395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198620 w 5110169"/>
              <a:gd name="connsiteY7" fmla="*/ 4133044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251960 w 5110169"/>
              <a:gd name="connsiteY7" fmla="*/ 4071856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030921"/>
              <a:gd name="connsiteY0" fmla="*/ 0 h 6877051"/>
              <a:gd name="connsiteX1" fmla="*/ 2487931 w 5030921"/>
              <a:gd name="connsiteY1" fmla="*/ 0 h 6877051"/>
              <a:gd name="connsiteX2" fmla="*/ 3834825 w 5030921"/>
              <a:gd name="connsiteY2" fmla="*/ 5142514 h 6877051"/>
              <a:gd name="connsiteX3" fmla="*/ 4074118 w 5030921"/>
              <a:gd name="connsiteY3" fmla="*/ 5314407 h 6877051"/>
              <a:gd name="connsiteX4" fmla="*/ 4168140 w 5030921"/>
              <a:gd name="connsiteY4" fmla="*/ 5055407 h 6877051"/>
              <a:gd name="connsiteX5" fmla="*/ 3935730 w 5030921"/>
              <a:gd name="connsiteY5" fmla="*/ 4175425 h 6877051"/>
              <a:gd name="connsiteX6" fmla="*/ 4061460 w 5030921"/>
              <a:gd name="connsiteY6" fmla="*/ 3931157 h 6877051"/>
              <a:gd name="connsiteX7" fmla="*/ 4251960 w 5030921"/>
              <a:gd name="connsiteY7" fmla="*/ 4071856 h 6877051"/>
              <a:gd name="connsiteX8" fmla="*/ 5030921 w 5030921"/>
              <a:gd name="connsiteY8" fmla="*/ 6875699 h 6877051"/>
              <a:gd name="connsiteX9" fmla="*/ 0 w 5030921"/>
              <a:gd name="connsiteY9" fmla="*/ 6877051 h 6877051"/>
              <a:gd name="connsiteX10" fmla="*/ 0 w 5030921"/>
              <a:gd name="connsiteY10" fmla="*/ 0 h 6877051"/>
              <a:gd name="connsiteX0" fmla="*/ 0 w 4963865"/>
              <a:gd name="connsiteY0" fmla="*/ 0 h 6877051"/>
              <a:gd name="connsiteX1" fmla="*/ 2487931 w 4963865"/>
              <a:gd name="connsiteY1" fmla="*/ 0 h 6877051"/>
              <a:gd name="connsiteX2" fmla="*/ 3834825 w 4963865"/>
              <a:gd name="connsiteY2" fmla="*/ 5142514 h 6877051"/>
              <a:gd name="connsiteX3" fmla="*/ 4074118 w 4963865"/>
              <a:gd name="connsiteY3" fmla="*/ 5314407 h 6877051"/>
              <a:gd name="connsiteX4" fmla="*/ 4168140 w 4963865"/>
              <a:gd name="connsiteY4" fmla="*/ 5055407 h 6877051"/>
              <a:gd name="connsiteX5" fmla="*/ 3935730 w 4963865"/>
              <a:gd name="connsiteY5" fmla="*/ 4175425 h 6877051"/>
              <a:gd name="connsiteX6" fmla="*/ 4061460 w 4963865"/>
              <a:gd name="connsiteY6" fmla="*/ 3931157 h 6877051"/>
              <a:gd name="connsiteX7" fmla="*/ 4251960 w 4963865"/>
              <a:gd name="connsiteY7" fmla="*/ 4071856 h 6877051"/>
              <a:gd name="connsiteX8" fmla="*/ 4963865 w 4963865"/>
              <a:gd name="connsiteY8" fmla="*/ 6875699 h 6877051"/>
              <a:gd name="connsiteX9" fmla="*/ 0 w 4963865"/>
              <a:gd name="connsiteY9" fmla="*/ 6877051 h 6877051"/>
              <a:gd name="connsiteX10" fmla="*/ 0 w 4963865"/>
              <a:gd name="connsiteY10" fmla="*/ 0 h 6877051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024825" h="6881818">
                <a:moveTo>
                  <a:pt x="0" y="0"/>
                </a:moveTo>
                <a:lnTo>
                  <a:pt x="2487931" y="0"/>
                </a:lnTo>
                <a:lnTo>
                  <a:pt x="3834825" y="5142514"/>
                </a:lnTo>
                <a:cubicBezTo>
                  <a:pt x="3851116" y="5182666"/>
                  <a:pt x="3878538" y="5351369"/>
                  <a:pt x="4048718" y="5314407"/>
                </a:cubicBezTo>
                <a:cubicBezTo>
                  <a:pt x="4218898" y="5277445"/>
                  <a:pt x="4184015" y="5205230"/>
                  <a:pt x="4168140" y="5055407"/>
                </a:cubicBezTo>
                <a:lnTo>
                  <a:pt x="3935730" y="4175425"/>
                </a:lnTo>
                <a:cubicBezTo>
                  <a:pt x="3924300" y="4083966"/>
                  <a:pt x="3902710" y="3989870"/>
                  <a:pt x="4061460" y="3941355"/>
                </a:cubicBezTo>
                <a:cubicBezTo>
                  <a:pt x="4194810" y="3923207"/>
                  <a:pt x="4213860" y="4007005"/>
                  <a:pt x="4251960" y="4071856"/>
                </a:cubicBezTo>
                <a:lnTo>
                  <a:pt x="5024825" y="6881818"/>
                </a:lnTo>
                <a:lnTo>
                  <a:pt x="0" y="687705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anchor="ctr"/>
          <a:lstStyle>
            <a:lvl1pPr algn="ctr">
              <a:defRPr baseline="-25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96322" y="320040"/>
            <a:ext cx="6732237" cy="1017147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5E91AD6-E4A6-F082-0E76-DAF7D57B51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24242" y="1749479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o1.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B00516E-9699-821C-0371-67A8478E1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43379" y="1749479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7C72C187-9B88-8558-E9E7-CA189DF0EF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4242" y="2378035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5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o2.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366E515-A368-5E2D-8A9F-6BDBB76BC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43379" y="2378035"/>
            <a:ext cx="5885179" cy="533400"/>
          </a:xfrm>
        </p:spPr>
        <p:txBody>
          <a:bodyPr bIns="0" anchor="b">
            <a:normAutofit/>
          </a:bodyPr>
          <a:lstStyle>
            <a:lvl1pPr marL="0" indent="0">
              <a:buNone/>
              <a:defRPr sz="2400"/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F522536-6FE3-2618-BC24-8C51881858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4242" y="3006909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o3.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89C1155B-B06D-77D5-B3DC-9CEAEDF2D61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43379" y="3009613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F3A36BC1-799A-6623-E5E3-1190C0C7C4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4242" y="3635783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o4.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92954362-36EF-4B42-19C7-6132A7E2A87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43379" y="3638169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EF1DED4-DCEF-D1F3-17B9-BC29651F7DE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4242" y="4264656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o5.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57B871C-EE51-327F-62B1-79B005BD932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43379" y="4269747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1359A1-A1B1-9DC6-08B9-8042E7FBA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6889763" y="0"/>
            <a:ext cx="1822122" cy="6871447"/>
          </a:xfrm>
          <a:prstGeom prst="line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Footer Placeholder 8">
            <a:extLst>
              <a:ext uri="{FF2B5EF4-FFF2-40B4-BE49-F238E27FC236}">
                <a16:creationId xmlns:a16="http://schemas.microsoft.com/office/drawing/2014/main" id="{28D89004-F984-BB7D-2489-E7EC551298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4241" y="6290774"/>
            <a:ext cx="6637071" cy="365125"/>
          </a:xfrm>
          <a:prstGeom prst="rect">
            <a:avLst/>
          </a:prstGeom>
        </p:spPr>
        <p:txBody>
          <a:bodyPr/>
          <a:lstStyle>
            <a:lvl1pPr>
              <a:defRPr sz="11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Add footer here</a:t>
            </a:r>
          </a:p>
        </p:txBody>
      </p:sp>
      <p:sp>
        <p:nvSpPr>
          <p:cNvPr id="21" name="Slide Number Placeholder 9">
            <a:extLst>
              <a:ext uri="{FF2B5EF4-FFF2-40B4-BE49-F238E27FC236}">
                <a16:creationId xmlns:a16="http://schemas.microsoft.com/office/drawing/2014/main" id="{E2790754-E9EF-9F79-825B-5AB348DFA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03725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Topic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B8C35C0-4758-2887-0763-E78795846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3537" y="-1946"/>
            <a:ext cx="3601340" cy="6881814"/>
          </a:xfrm>
          <a:custGeom>
            <a:avLst/>
            <a:gdLst>
              <a:gd name="connsiteX0" fmla="*/ 3601340 w 3601340"/>
              <a:gd name="connsiteY0" fmla="*/ 0 h 6881814"/>
              <a:gd name="connsiteX1" fmla="*/ 0 w 3601340"/>
              <a:gd name="connsiteY1" fmla="*/ 0 h 6881814"/>
              <a:gd name="connsiteX2" fmla="*/ 0 w 3601340"/>
              <a:gd name="connsiteY2" fmla="*/ 6881815 h 6881814"/>
              <a:gd name="connsiteX3" fmla="*/ 1064235 w 3601340"/>
              <a:gd name="connsiteY3" fmla="*/ 6881815 h 6881814"/>
              <a:gd name="connsiteX4" fmla="*/ 1441045 w 3601340"/>
              <a:gd name="connsiteY4" fmla="*/ 5490188 h 6881814"/>
              <a:gd name="connsiteX5" fmla="*/ 1835678 w 3601340"/>
              <a:gd name="connsiteY5" fmla="*/ 4034957 h 6881814"/>
              <a:gd name="connsiteX6" fmla="*/ 2045724 w 3601340"/>
              <a:gd name="connsiteY6" fmla="*/ 3914112 h 6881814"/>
              <a:gd name="connsiteX7" fmla="*/ 2166660 w 3601340"/>
              <a:gd name="connsiteY7" fmla="*/ 4124001 h 6881814"/>
              <a:gd name="connsiteX8" fmla="*/ 1906966 w 3601340"/>
              <a:gd name="connsiteY8" fmla="*/ 5081858 h 6881814"/>
              <a:gd name="connsiteX9" fmla="*/ 2027902 w 3601340"/>
              <a:gd name="connsiteY9" fmla="*/ 5291747 h 6881814"/>
              <a:gd name="connsiteX10" fmla="*/ 2227765 w 3601340"/>
              <a:gd name="connsiteY10" fmla="*/ 5198887 h 6881814"/>
              <a:gd name="connsiteX11" fmla="*/ 2570204 w 3601340"/>
              <a:gd name="connsiteY11" fmla="*/ 3923016 h 6881814"/>
              <a:gd name="connsiteX12" fmla="*/ 2602029 w 3601340"/>
              <a:gd name="connsiteY12" fmla="*/ 3799627 h 6881814"/>
              <a:gd name="connsiteX13" fmla="*/ 3601340 w 3601340"/>
              <a:gd name="connsiteY13" fmla="*/ 0 h 6881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601340" h="6881814">
                <a:moveTo>
                  <a:pt x="3601340" y="0"/>
                </a:moveTo>
                <a:lnTo>
                  <a:pt x="0" y="0"/>
                </a:lnTo>
                <a:lnTo>
                  <a:pt x="0" y="6881815"/>
                </a:lnTo>
                <a:lnTo>
                  <a:pt x="1064235" y="6881815"/>
                </a:lnTo>
                <a:lnTo>
                  <a:pt x="1441045" y="5490188"/>
                </a:lnTo>
                <a:lnTo>
                  <a:pt x="1835678" y="4034957"/>
                </a:lnTo>
                <a:cubicBezTo>
                  <a:pt x="1859865" y="3943369"/>
                  <a:pt x="1954068" y="3889943"/>
                  <a:pt x="2045724" y="3914112"/>
                </a:cubicBezTo>
                <a:cubicBezTo>
                  <a:pt x="2137381" y="3938281"/>
                  <a:pt x="2190847" y="4032413"/>
                  <a:pt x="2166660" y="4124001"/>
                </a:cubicBezTo>
                <a:lnTo>
                  <a:pt x="1906966" y="5081858"/>
                </a:lnTo>
                <a:cubicBezTo>
                  <a:pt x="1882779" y="5173446"/>
                  <a:pt x="1936246" y="5267578"/>
                  <a:pt x="2027902" y="5291747"/>
                </a:cubicBezTo>
                <a:cubicBezTo>
                  <a:pt x="2109375" y="5313372"/>
                  <a:pt x="2193393" y="5272666"/>
                  <a:pt x="2227765" y="5198887"/>
                </a:cubicBezTo>
                <a:lnTo>
                  <a:pt x="2570204" y="3923016"/>
                </a:lnTo>
                <a:lnTo>
                  <a:pt x="2602029" y="3799627"/>
                </a:lnTo>
                <a:lnTo>
                  <a:pt x="360134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F200699-2797-D741-1EC1-B83FCA4B197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flipH="1">
            <a:off x="7163691" y="0"/>
            <a:ext cx="5024825" cy="6858000"/>
          </a:xfrm>
          <a:custGeom>
            <a:avLst/>
            <a:gdLst>
              <a:gd name="connsiteX0" fmla="*/ 0 w 6064250"/>
              <a:gd name="connsiteY0" fmla="*/ 0 h 6877051"/>
              <a:gd name="connsiteX1" fmla="*/ 606425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6064250"/>
              <a:gd name="connsiteY0" fmla="*/ 0 h 6877051"/>
              <a:gd name="connsiteX1" fmla="*/ 584073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4028621 w 5840730"/>
              <a:gd name="connsiteY2" fmla="*/ 6887937 h 6887937"/>
              <a:gd name="connsiteX3" fmla="*/ 0 w 5840730"/>
              <a:gd name="connsiteY3" fmla="*/ 6877051 h 6887937"/>
              <a:gd name="connsiteX4" fmla="*/ 0 w 5840730"/>
              <a:gd name="connsiteY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028621 w 5840730"/>
              <a:gd name="connsiteY3" fmla="*/ 6887937 h 6887937"/>
              <a:gd name="connsiteX4" fmla="*/ 0 w 5840730"/>
              <a:gd name="connsiteY4" fmla="*/ 6877051 h 6887937"/>
              <a:gd name="connsiteX5" fmla="*/ 0 w 5840730"/>
              <a:gd name="connsiteY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028621 w 5840730"/>
              <a:gd name="connsiteY4" fmla="*/ 6887937 h 6887937"/>
              <a:gd name="connsiteX5" fmla="*/ 0 w 5840730"/>
              <a:gd name="connsiteY5" fmla="*/ 6877051 h 6887937"/>
              <a:gd name="connsiteX6" fmla="*/ 0 w 5840730"/>
              <a:gd name="connsiteY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785360 w 5840730"/>
              <a:gd name="connsiteY4" fmla="*/ 3926535 h 6887937"/>
              <a:gd name="connsiteX5" fmla="*/ 4028621 w 5840730"/>
              <a:gd name="connsiteY5" fmla="*/ 6887937 h 6887937"/>
              <a:gd name="connsiteX6" fmla="*/ 0 w 5840730"/>
              <a:gd name="connsiteY6" fmla="*/ 6877051 h 6887937"/>
              <a:gd name="connsiteX7" fmla="*/ 0 w 5840730"/>
              <a:gd name="connsiteY7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22520 w 5840730"/>
              <a:gd name="connsiteY5" fmla="*/ 3415995 h 6887937"/>
              <a:gd name="connsiteX6" fmla="*/ 4785360 w 5840730"/>
              <a:gd name="connsiteY6" fmla="*/ 3926535 h 6887937"/>
              <a:gd name="connsiteX7" fmla="*/ 4028621 w 5840730"/>
              <a:gd name="connsiteY7" fmla="*/ 6887937 h 6887937"/>
              <a:gd name="connsiteX8" fmla="*/ 0 w 5840730"/>
              <a:gd name="connsiteY8" fmla="*/ 6877051 h 6887937"/>
              <a:gd name="connsiteX9" fmla="*/ 0 w 5840730"/>
              <a:gd name="connsiteY9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4922520 w 5840730"/>
              <a:gd name="connsiteY6" fmla="*/ 341599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922520 w 5840730"/>
              <a:gd name="connsiteY7" fmla="*/ 341599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457700 w 5840730"/>
              <a:gd name="connsiteY7" fmla="*/ 384271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37760 w 5840730"/>
              <a:gd name="connsiteY5" fmla="*/ 16100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5681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33950 w 5840730"/>
              <a:gd name="connsiteY3" fmla="*/ 273781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61560 w 5840730"/>
              <a:gd name="connsiteY3" fmla="*/ 29435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42510 w 5840730"/>
              <a:gd name="connsiteY3" fmla="*/ 30197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560570 w 5840730"/>
              <a:gd name="connsiteY11" fmla="*/ 412084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09160 w 5840730"/>
              <a:gd name="connsiteY11" fmla="*/ 363316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655820 w 5840730"/>
              <a:gd name="connsiteY6" fmla="*/ 1770075 h 6887937"/>
              <a:gd name="connsiteX7" fmla="*/ 3893820 w 5840730"/>
              <a:gd name="connsiteY7" fmla="*/ 4688535 h 6887937"/>
              <a:gd name="connsiteX8" fmla="*/ 3992880 w 5840730"/>
              <a:gd name="connsiteY8" fmla="*/ 490570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3893820 w 5840730"/>
              <a:gd name="connsiteY6" fmla="*/ 4688535 h 6887937"/>
              <a:gd name="connsiteX7" fmla="*/ 3992880 w 5840730"/>
              <a:gd name="connsiteY7" fmla="*/ 490570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686300 w 5840730"/>
              <a:gd name="connsiteY10" fmla="*/ 371317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3893820 w 5840730"/>
              <a:gd name="connsiteY5" fmla="*/ 4688535 h 6887937"/>
              <a:gd name="connsiteX6" fmla="*/ 3992880 w 5840730"/>
              <a:gd name="connsiteY6" fmla="*/ 490570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686300 w 5840730"/>
              <a:gd name="connsiteY9" fmla="*/ 371317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3893820 w 5840730"/>
              <a:gd name="connsiteY4" fmla="*/ 4688535 h 6887937"/>
              <a:gd name="connsiteX5" fmla="*/ 3992880 w 5840730"/>
              <a:gd name="connsiteY5" fmla="*/ 4905705 h 6887937"/>
              <a:gd name="connsiteX6" fmla="*/ 4213860 w 5840730"/>
              <a:gd name="connsiteY6" fmla="*/ 4757115 h 6887937"/>
              <a:gd name="connsiteX7" fmla="*/ 4457700 w 5840730"/>
              <a:gd name="connsiteY7" fmla="*/ 3842715 h 6887937"/>
              <a:gd name="connsiteX8" fmla="*/ 4686300 w 5840730"/>
              <a:gd name="connsiteY8" fmla="*/ 371317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3893820 w 5840730"/>
              <a:gd name="connsiteY3" fmla="*/ 4688535 h 6887937"/>
              <a:gd name="connsiteX4" fmla="*/ 3992880 w 5840730"/>
              <a:gd name="connsiteY4" fmla="*/ 4905705 h 6887937"/>
              <a:gd name="connsiteX5" fmla="*/ 4213860 w 5840730"/>
              <a:gd name="connsiteY5" fmla="*/ 4757115 h 6887937"/>
              <a:gd name="connsiteX6" fmla="*/ 4457700 w 5840730"/>
              <a:gd name="connsiteY6" fmla="*/ 3842715 h 6887937"/>
              <a:gd name="connsiteX7" fmla="*/ 4686300 w 5840730"/>
              <a:gd name="connsiteY7" fmla="*/ 371317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3893820 w 5840730"/>
              <a:gd name="connsiteY2" fmla="*/ 4688535 h 6887937"/>
              <a:gd name="connsiteX3" fmla="*/ 3992880 w 5840730"/>
              <a:gd name="connsiteY3" fmla="*/ 4905705 h 6887937"/>
              <a:gd name="connsiteX4" fmla="*/ 4213860 w 5840730"/>
              <a:gd name="connsiteY4" fmla="*/ 4757115 h 6887937"/>
              <a:gd name="connsiteX5" fmla="*/ 4457700 w 5840730"/>
              <a:gd name="connsiteY5" fmla="*/ 3842715 h 6887937"/>
              <a:gd name="connsiteX6" fmla="*/ 4686300 w 5840730"/>
              <a:gd name="connsiteY6" fmla="*/ 371317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4790753"/>
              <a:gd name="connsiteY0" fmla="*/ 0 h 6887937"/>
              <a:gd name="connsiteX1" fmla="*/ 2674743 w 4790753"/>
              <a:gd name="connsiteY1" fmla="*/ 49345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310950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12040 w 4790753"/>
              <a:gd name="connsiteY2" fmla="*/ 3464777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244891 w 4790753"/>
              <a:gd name="connsiteY2" fmla="*/ 3464778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392375 w 4790753"/>
              <a:gd name="connsiteY2" fmla="*/ 3464779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392375 w 5110169"/>
              <a:gd name="connsiteY2" fmla="*/ 3464779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66000 w 5110169"/>
              <a:gd name="connsiteY2" fmla="*/ 4629324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16839 w 5110169"/>
              <a:gd name="connsiteY2" fmla="*/ 4550372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589019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034002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300466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42040 w 5110169"/>
              <a:gd name="connsiteY3" fmla="*/ 5566930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05329 w 5110169"/>
              <a:gd name="connsiteY2" fmla="*/ 4974740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75832 w 5110169"/>
              <a:gd name="connsiteY2" fmla="*/ 503395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198620 w 5110169"/>
              <a:gd name="connsiteY7" fmla="*/ 4133044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251960 w 5110169"/>
              <a:gd name="connsiteY7" fmla="*/ 4071856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030921"/>
              <a:gd name="connsiteY0" fmla="*/ 0 h 6877051"/>
              <a:gd name="connsiteX1" fmla="*/ 2487931 w 5030921"/>
              <a:gd name="connsiteY1" fmla="*/ 0 h 6877051"/>
              <a:gd name="connsiteX2" fmla="*/ 3834825 w 5030921"/>
              <a:gd name="connsiteY2" fmla="*/ 5142514 h 6877051"/>
              <a:gd name="connsiteX3" fmla="*/ 4074118 w 5030921"/>
              <a:gd name="connsiteY3" fmla="*/ 5314407 h 6877051"/>
              <a:gd name="connsiteX4" fmla="*/ 4168140 w 5030921"/>
              <a:gd name="connsiteY4" fmla="*/ 5055407 h 6877051"/>
              <a:gd name="connsiteX5" fmla="*/ 3935730 w 5030921"/>
              <a:gd name="connsiteY5" fmla="*/ 4175425 h 6877051"/>
              <a:gd name="connsiteX6" fmla="*/ 4061460 w 5030921"/>
              <a:gd name="connsiteY6" fmla="*/ 3931157 h 6877051"/>
              <a:gd name="connsiteX7" fmla="*/ 4251960 w 5030921"/>
              <a:gd name="connsiteY7" fmla="*/ 4071856 h 6877051"/>
              <a:gd name="connsiteX8" fmla="*/ 5030921 w 5030921"/>
              <a:gd name="connsiteY8" fmla="*/ 6875699 h 6877051"/>
              <a:gd name="connsiteX9" fmla="*/ 0 w 5030921"/>
              <a:gd name="connsiteY9" fmla="*/ 6877051 h 6877051"/>
              <a:gd name="connsiteX10" fmla="*/ 0 w 5030921"/>
              <a:gd name="connsiteY10" fmla="*/ 0 h 6877051"/>
              <a:gd name="connsiteX0" fmla="*/ 0 w 4963865"/>
              <a:gd name="connsiteY0" fmla="*/ 0 h 6877051"/>
              <a:gd name="connsiteX1" fmla="*/ 2487931 w 4963865"/>
              <a:gd name="connsiteY1" fmla="*/ 0 h 6877051"/>
              <a:gd name="connsiteX2" fmla="*/ 3834825 w 4963865"/>
              <a:gd name="connsiteY2" fmla="*/ 5142514 h 6877051"/>
              <a:gd name="connsiteX3" fmla="*/ 4074118 w 4963865"/>
              <a:gd name="connsiteY3" fmla="*/ 5314407 h 6877051"/>
              <a:gd name="connsiteX4" fmla="*/ 4168140 w 4963865"/>
              <a:gd name="connsiteY4" fmla="*/ 5055407 h 6877051"/>
              <a:gd name="connsiteX5" fmla="*/ 3935730 w 4963865"/>
              <a:gd name="connsiteY5" fmla="*/ 4175425 h 6877051"/>
              <a:gd name="connsiteX6" fmla="*/ 4061460 w 4963865"/>
              <a:gd name="connsiteY6" fmla="*/ 3931157 h 6877051"/>
              <a:gd name="connsiteX7" fmla="*/ 4251960 w 4963865"/>
              <a:gd name="connsiteY7" fmla="*/ 4071856 h 6877051"/>
              <a:gd name="connsiteX8" fmla="*/ 4963865 w 4963865"/>
              <a:gd name="connsiteY8" fmla="*/ 6875699 h 6877051"/>
              <a:gd name="connsiteX9" fmla="*/ 0 w 4963865"/>
              <a:gd name="connsiteY9" fmla="*/ 6877051 h 6877051"/>
              <a:gd name="connsiteX10" fmla="*/ 0 w 4963865"/>
              <a:gd name="connsiteY10" fmla="*/ 0 h 6877051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024825" h="6881818">
                <a:moveTo>
                  <a:pt x="0" y="0"/>
                </a:moveTo>
                <a:lnTo>
                  <a:pt x="2487931" y="0"/>
                </a:lnTo>
                <a:lnTo>
                  <a:pt x="3834825" y="5142514"/>
                </a:lnTo>
                <a:cubicBezTo>
                  <a:pt x="3851116" y="5182666"/>
                  <a:pt x="3878538" y="5351369"/>
                  <a:pt x="4048718" y="5314407"/>
                </a:cubicBezTo>
                <a:cubicBezTo>
                  <a:pt x="4218898" y="5277445"/>
                  <a:pt x="4184015" y="5205230"/>
                  <a:pt x="4168140" y="5055407"/>
                </a:cubicBezTo>
                <a:lnTo>
                  <a:pt x="3935730" y="4175425"/>
                </a:lnTo>
                <a:cubicBezTo>
                  <a:pt x="3924300" y="4083966"/>
                  <a:pt x="3902710" y="3989870"/>
                  <a:pt x="4061460" y="3941355"/>
                </a:cubicBezTo>
                <a:cubicBezTo>
                  <a:pt x="4194810" y="3923207"/>
                  <a:pt x="4213860" y="4007005"/>
                  <a:pt x="4251960" y="4071856"/>
                </a:cubicBezTo>
                <a:lnTo>
                  <a:pt x="5024825" y="6881818"/>
                </a:lnTo>
                <a:lnTo>
                  <a:pt x="0" y="687705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anchor="ctr"/>
          <a:lstStyle>
            <a:lvl1pPr algn="ctr">
              <a:defRPr baseline="-25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96322" y="320040"/>
            <a:ext cx="6732237" cy="1017147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5E91AD6-E4A6-F082-0E76-DAF7D57B51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24242" y="1749479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o1.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B00516E-9699-821C-0371-67A8478E1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43379" y="1749479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7C72C187-9B88-8558-E9E7-CA189DF0EF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4242" y="2378035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o2.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366E515-A368-5E2D-8A9F-6BDBB76BC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43379" y="2378035"/>
            <a:ext cx="5885179" cy="533400"/>
          </a:xfrm>
        </p:spPr>
        <p:txBody>
          <a:bodyPr bIns="0" anchor="b"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F522536-6FE3-2618-BC24-8C51881858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4242" y="3006909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5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o3.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89C1155B-B06D-77D5-B3DC-9CEAEDF2D61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43379" y="3009613"/>
            <a:ext cx="5885179" cy="533400"/>
          </a:xfrm>
        </p:spPr>
        <p:txBody>
          <a:bodyPr bIns="0" anchor="b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F3A36BC1-799A-6623-E5E3-1190C0C7C4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4242" y="3635783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o4.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92954362-36EF-4B42-19C7-6132A7E2A87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43379" y="3638169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EF1DED4-DCEF-D1F3-17B9-BC29651F7DE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4242" y="4264656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o5.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57B871C-EE51-327F-62B1-79B005BD932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43379" y="4269747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1359A1-A1B1-9DC6-08B9-8042E7FBA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6889763" y="0"/>
            <a:ext cx="1822122" cy="6871447"/>
          </a:xfrm>
          <a:prstGeom prst="line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Footer Placeholder 8">
            <a:extLst>
              <a:ext uri="{FF2B5EF4-FFF2-40B4-BE49-F238E27FC236}">
                <a16:creationId xmlns:a16="http://schemas.microsoft.com/office/drawing/2014/main" id="{28D89004-F984-BB7D-2489-E7EC551298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4241" y="6290774"/>
            <a:ext cx="6637071" cy="365125"/>
          </a:xfrm>
          <a:prstGeom prst="rect">
            <a:avLst/>
          </a:prstGeom>
        </p:spPr>
        <p:txBody>
          <a:bodyPr/>
          <a:lstStyle>
            <a:lvl1pPr>
              <a:defRPr sz="11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Add footer here</a:t>
            </a:r>
          </a:p>
        </p:txBody>
      </p:sp>
      <p:sp>
        <p:nvSpPr>
          <p:cNvPr id="21" name="Slide Number Placeholder 9">
            <a:extLst>
              <a:ext uri="{FF2B5EF4-FFF2-40B4-BE49-F238E27FC236}">
                <a16:creationId xmlns:a16="http://schemas.microsoft.com/office/drawing/2014/main" id="{E2790754-E9EF-9F79-825B-5AB348DFA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27609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Topic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B8C35C0-4758-2887-0763-E78795846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3537" y="-1946"/>
            <a:ext cx="3601340" cy="6881814"/>
          </a:xfrm>
          <a:custGeom>
            <a:avLst/>
            <a:gdLst>
              <a:gd name="connsiteX0" fmla="*/ 3601340 w 3601340"/>
              <a:gd name="connsiteY0" fmla="*/ 0 h 6881814"/>
              <a:gd name="connsiteX1" fmla="*/ 0 w 3601340"/>
              <a:gd name="connsiteY1" fmla="*/ 0 h 6881814"/>
              <a:gd name="connsiteX2" fmla="*/ 0 w 3601340"/>
              <a:gd name="connsiteY2" fmla="*/ 6881815 h 6881814"/>
              <a:gd name="connsiteX3" fmla="*/ 1064235 w 3601340"/>
              <a:gd name="connsiteY3" fmla="*/ 6881815 h 6881814"/>
              <a:gd name="connsiteX4" fmla="*/ 1441045 w 3601340"/>
              <a:gd name="connsiteY4" fmla="*/ 5490188 h 6881814"/>
              <a:gd name="connsiteX5" fmla="*/ 1835678 w 3601340"/>
              <a:gd name="connsiteY5" fmla="*/ 4034957 h 6881814"/>
              <a:gd name="connsiteX6" fmla="*/ 2045724 w 3601340"/>
              <a:gd name="connsiteY6" fmla="*/ 3914112 h 6881814"/>
              <a:gd name="connsiteX7" fmla="*/ 2166660 w 3601340"/>
              <a:gd name="connsiteY7" fmla="*/ 4124001 h 6881814"/>
              <a:gd name="connsiteX8" fmla="*/ 1906966 w 3601340"/>
              <a:gd name="connsiteY8" fmla="*/ 5081858 h 6881814"/>
              <a:gd name="connsiteX9" fmla="*/ 2027902 w 3601340"/>
              <a:gd name="connsiteY9" fmla="*/ 5291747 h 6881814"/>
              <a:gd name="connsiteX10" fmla="*/ 2227765 w 3601340"/>
              <a:gd name="connsiteY10" fmla="*/ 5198887 h 6881814"/>
              <a:gd name="connsiteX11" fmla="*/ 2570204 w 3601340"/>
              <a:gd name="connsiteY11" fmla="*/ 3923016 h 6881814"/>
              <a:gd name="connsiteX12" fmla="*/ 2602029 w 3601340"/>
              <a:gd name="connsiteY12" fmla="*/ 3799627 h 6881814"/>
              <a:gd name="connsiteX13" fmla="*/ 3601340 w 3601340"/>
              <a:gd name="connsiteY13" fmla="*/ 0 h 6881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601340" h="6881814">
                <a:moveTo>
                  <a:pt x="3601340" y="0"/>
                </a:moveTo>
                <a:lnTo>
                  <a:pt x="0" y="0"/>
                </a:lnTo>
                <a:lnTo>
                  <a:pt x="0" y="6881815"/>
                </a:lnTo>
                <a:lnTo>
                  <a:pt x="1064235" y="6881815"/>
                </a:lnTo>
                <a:lnTo>
                  <a:pt x="1441045" y="5490188"/>
                </a:lnTo>
                <a:lnTo>
                  <a:pt x="1835678" y="4034957"/>
                </a:lnTo>
                <a:cubicBezTo>
                  <a:pt x="1859865" y="3943369"/>
                  <a:pt x="1954068" y="3889943"/>
                  <a:pt x="2045724" y="3914112"/>
                </a:cubicBezTo>
                <a:cubicBezTo>
                  <a:pt x="2137381" y="3938281"/>
                  <a:pt x="2190847" y="4032413"/>
                  <a:pt x="2166660" y="4124001"/>
                </a:cubicBezTo>
                <a:lnTo>
                  <a:pt x="1906966" y="5081858"/>
                </a:lnTo>
                <a:cubicBezTo>
                  <a:pt x="1882779" y="5173446"/>
                  <a:pt x="1936246" y="5267578"/>
                  <a:pt x="2027902" y="5291747"/>
                </a:cubicBezTo>
                <a:cubicBezTo>
                  <a:pt x="2109375" y="5313372"/>
                  <a:pt x="2193393" y="5272666"/>
                  <a:pt x="2227765" y="5198887"/>
                </a:cubicBezTo>
                <a:lnTo>
                  <a:pt x="2570204" y="3923016"/>
                </a:lnTo>
                <a:lnTo>
                  <a:pt x="2602029" y="3799627"/>
                </a:lnTo>
                <a:lnTo>
                  <a:pt x="360134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F200699-2797-D741-1EC1-B83FCA4B197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flipH="1">
            <a:off x="7163691" y="0"/>
            <a:ext cx="5024825" cy="6858000"/>
          </a:xfrm>
          <a:custGeom>
            <a:avLst/>
            <a:gdLst>
              <a:gd name="connsiteX0" fmla="*/ 0 w 6064250"/>
              <a:gd name="connsiteY0" fmla="*/ 0 h 6877051"/>
              <a:gd name="connsiteX1" fmla="*/ 606425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6064250"/>
              <a:gd name="connsiteY0" fmla="*/ 0 h 6877051"/>
              <a:gd name="connsiteX1" fmla="*/ 584073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4028621 w 5840730"/>
              <a:gd name="connsiteY2" fmla="*/ 6887937 h 6887937"/>
              <a:gd name="connsiteX3" fmla="*/ 0 w 5840730"/>
              <a:gd name="connsiteY3" fmla="*/ 6877051 h 6887937"/>
              <a:gd name="connsiteX4" fmla="*/ 0 w 5840730"/>
              <a:gd name="connsiteY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028621 w 5840730"/>
              <a:gd name="connsiteY3" fmla="*/ 6887937 h 6887937"/>
              <a:gd name="connsiteX4" fmla="*/ 0 w 5840730"/>
              <a:gd name="connsiteY4" fmla="*/ 6877051 h 6887937"/>
              <a:gd name="connsiteX5" fmla="*/ 0 w 5840730"/>
              <a:gd name="connsiteY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028621 w 5840730"/>
              <a:gd name="connsiteY4" fmla="*/ 6887937 h 6887937"/>
              <a:gd name="connsiteX5" fmla="*/ 0 w 5840730"/>
              <a:gd name="connsiteY5" fmla="*/ 6877051 h 6887937"/>
              <a:gd name="connsiteX6" fmla="*/ 0 w 5840730"/>
              <a:gd name="connsiteY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785360 w 5840730"/>
              <a:gd name="connsiteY4" fmla="*/ 3926535 h 6887937"/>
              <a:gd name="connsiteX5" fmla="*/ 4028621 w 5840730"/>
              <a:gd name="connsiteY5" fmla="*/ 6887937 h 6887937"/>
              <a:gd name="connsiteX6" fmla="*/ 0 w 5840730"/>
              <a:gd name="connsiteY6" fmla="*/ 6877051 h 6887937"/>
              <a:gd name="connsiteX7" fmla="*/ 0 w 5840730"/>
              <a:gd name="connsiteY7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22520 w 5840730"/>
              <a:gd name="connsiteY5" fmla="*/ 3415995 h 6887937"/>
              <a:gd name="connsiteX6" fmla="*/ 4785360 w 5840730"/>
              <a:gd name="connsiteY6" fmla="*/ 3926535 h 6887937"/>
              <a:gd name="connsiteX7" fmla="*/ 4028621 w 5840730"/>
              <a:gd name="connsiteY7" fmla="*/ 6887937 h 6887937"/>
              <a:gd name="connsiteX8" fmla="*/ 0 w 5840730"/>
              <a:gd name="connsiteY8" fmla="*/ 6877051 h 6887937"/>
              <a:gd name="connsiteX9" fmla="*/ 0 w 5840730"/>
              <a:gd name="connsiteY9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4922520 w 5840730"/>
              <a:gd name="connsiteY6" fmla="*/ 341599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922520 w 5840730"/>
              <a:gd name="connsiteY7" fmla="*/ 341599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457700 w 5840730"/>
              <a:gd name="connsiteY7" fmla="*/ 384271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37760 w 5840730"/>
              <a:gd name="connsiteY5" fmla="*/ 16100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5681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33950 w 5840730"/>
              <a:gd name="connsiteY3" fmla="*/ 273781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61560 w 5840730"/>
              <a:gd name="connsiteY3" fmla="*/ 29435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42510 w 5840730"/>
              <a:gd name="connsiteY3" fmla="*/ 30197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560570 w 5840730"/>
              <a:gd name="connsiteY11" fmla="*/ 412084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09160 w 5840730"/>
              <a:gd name="connsiteY11" fmla="*/ 363316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655820 w 5840730"/>
              <a:gd name="connsiteY6" fmla="*/ 1770075 h 6887937"/>
              <a:gd name="connsiteX7" fmla="*/ 3893820 w 5840730"/>
              <a:gd name="connsiteY7" fmla="*/ 4688535 h 6887937"/>
              <a:gd name="connsiteX8" fmla="*/ 3992880 w 5840730"/>
              <a:gd name="connsiteY8" fmla="*/ 490570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3893820 w 5840730"/>
              <a:gd name="connsiteY6" fmla="*/ 4688535 h 6887937"/>
              <a:gd name="connsiteX7" fmla="*/ 3992880 w 5840730"/>
              <a:gd name="connsiteY7" fmla="*/ 490570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686300 w 5840730"/>
              <a:gd name="connsiteY10" fmla="*/ 371317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3893820 w 5840730"/>
              <a:gd name="connsiteY5" fmla="*/ 4688535 h 6887937"/>
              <a:gd name="connsiteX6" fmla="*/ 3992880 w 5840730"/>
              <a:gd name="connsiteY6" fmla="*/ 490570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686300 w 5840730"/>
              <a:gd name="connsiteY9" fmla="*/ 371317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3893820 w 5840730"/>
              <a:gd name="connsiteY4" fmla="*/ 4688535 h 6887937"/>
              <a:gd name="connsiteX5" fmla="*/ 3992880 w 5840730"/>
              <a:gd name="connsiteY5" fmla="*/ 4905705 h 6887937"/>
              <a:gd name="connsiteX6" fmla="*/ 4213860 w 5840730"/>
              <a:gd name="connsiteY6" fmla="*/ 4757115 h 6887937"/>
              <a:gd name="connsiteX7" fmla="*/ 4457700 w 5840730"/>
              <a:gd name="connsiteY7" fmla="*/ 3842715 h 6887937"/>
              <a:gd name="connsiteX8" fmla="*/ 4686300 w 5840730"/>
              <a:gd name="connsiteY8" fmla="*/ 371317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3893820 w 5840730"/>
              <a:gd name="connsiteY3" fmla="*/ 4688535 h 6887937"/>
              <a:gd name="connsiteX4" fmla="*/ 3992880 w 5840730"/>
              <a:gd name="connsiteY4" fmla="*/ 4905705 h 6887937"/>
              <a:gd name="connsiteX5" fmla="*/ 4213860 w 5840730"/>
              <a:gd name="connsiteY5" fmla="*/ 4757115 h 6887937"/>
              <a:gd name="connsiteX6" fmla="*/ 4457700 w 5840730"/>
              <a:gd name="connsiteY6" fmla="*/ 3842715 h 6887937"/>
              <a:gd name="connsiteX7" fmla="*/ 4686300 w 5840730"/>
              <a:gd name="connsiteY7" fmla="*/ 371317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3893820 w 5840730"/>
              <a:gd name="connsiteY2" fmla="*/ 4688535 h 6887937"/>
              <a:gd name="connsiteX3" fmla="*/ 3992880 w 5840730"/>
              <a:gd name="connsiteY3" fmla="*/ 4905705 h 6887937"/>
              <a:gd name="connsiteX4" fmla="*/ 4213860 w 5840730"/>
              <a:gd name="connsiteY4" fmla="*/ 4757115 h 6887937"/>
              <a:gd name="connsiteX5" fmla="*/ 4457700 w 5840730"/>
              <a:gd name="connsiteY5" fmla="*/ 3842715 h 6887937"/>
              <a:gd name="connsiteX6" fmla="*/ 4686300 w 5840730"/>
              <a:gd name="connsiteY6" fmla="*/ 371317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4790753"/>
              <a:gd name="connsiteY0" fmla="*/ 0 h 6887937"/>
              <a:gd name="connsiteX1" fmla="*/ 2674743 w 4790753"/>
              <a:gd name="connsiteY1" fmla="*/ 49345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310950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12040 w 4790753"/>
              <a:gd name="connsiteY2" fmla="*/ 3464777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244891 w 4790753"/>
              <a:gd name="connsiteY2" fmla="*/ 3464778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392375 w 4790753"/>
              <a:gd name="connsiteY2" fmla="*/ 3464779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392375 w 5110169"/>
              <a:gd name="connsiteY2" fmla="*/ 3464779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66000 w 5110169"/>
              <a:gd name="connsiteY2" fmla="*/ 4629324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16839 w 5110169"/>
              <a:gd name="connsiteY2" fmla="*/ 4550372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589019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034002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300466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42040 w 5110169"/>
              <a:gd name="connsiteY3" fmla="*/ 5566930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05329 w 5110169"/>
              <a:gd name="connsiteY2" fmla="*/ 4974740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75832 w 5110169"/>
              <a:gd name="connsiteY2" fmla="*/ 503395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198620 w 5110169"/>
              <a:gd name="connsiteY7" fmla="*/ 4133044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251960 w 5110169"/>
              <a:gd name="connsiteY7" fmla="*/ 4071856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030921"/>
              <a:gd name="connsiteY0" fmla="*/ 0 h 6877051"/>
              <a:gd name="connsiteX1" fmla="*/ 2487931 w 5030921"/>
              <a:gd name="connsiteY1" fmla="*/ 0 h 6877051"/>
              <a:gd name="connsiteX2" fmla="*/ 3834825 w 5030921"/>
              <a:gd name="connsiteY2" fmla="*/ 5142514 h 6877051"/>
              <a:gd name="connsiteX3" fmla="*/ 4074118 w 5030921"/>
              <a:gd name="connsiteY3" fmla="*/ 5314407 h 6877051"/>
              <a:gd name="connsiteX4" fmla="*/ 4168140 w 5030921"/>
              <a:gd name="connsiteY4" fmla="*/ 5055407 h 6877051"/>
              <a:gd name="connsiteX5" fmla="*/ 3935730 w 5030921"/>
              <a:gd name="connsiteY5" fmla="*/ 4175425 h 6877051"/>
              <a:gd name="connsiteX6" fmla="*/ 4061460 w 5030921"/>
              <a:gd name="connsiteY6" fmla="*/ 3931157 h 6877051"/>
              <a:gd name="connsiteX7" fmla="*/ 4251960 w 5030921"/>
              <a:gd name="connsiteY7" fmla="*/ 4071856 h 6877051"/>
              <a:gd name="connsiteX8" fmla="*/ 5030921 w 5030921"/>
              <a:gd name="connsiteY8" fmla="*/ 6875699 h 6877051"/>
              <a:gd name="connsiteX9" fmla="*/ 0 w 5030921"/>
              <a:gd name="connsiteY9" fmla="*/ 6877051 h 6877051"/>
              <a:gd name="connsiteX10" fmla="*/ 0 w 5030921"/>
              <a:gd name="connsiteY10" fmla="*/ 0 h 6877051"/>
              <a:gd name="connsiteX0" fmla="*/ 0 w 4963865"/>
              <a:gd name="connsiteY0" fmla="*/ 0 h 6877051"/>
              <a:gd name="connsiteX1" fmla="*/ 2487931 w 4963865"/>
              <a:gd name="connsiteY1" fmla="*/ 0 h 6877051"/>
              <a:gd name="connsiteX2" fmla="*/ 3834825 w 4963865"/>
              <a:gd name="connsiteY2" fmla="*/ 5142514 h 6877051"/>
              <a:gd name="connsiteX3" fmla="*/ 4074118 w 4963865"/>
              <a:gd name="connsiteY3" fmla="*/ 5314407 h 6877051"/>
              <a:gd name="connsiteX4" fmla="*/ 4168140 w 4963865"/>
              <a:gd name="connsiteY4" fmla="*/ 5055407 h 6877051"/>
              <a:gd name="connsiteX5" fmla="*/ 3935730 w 4963865"/>
              <a:gd name="connsiteY5" fmla="*/ 4175425 h 6877051"/>
              <a:gd name="connsiteX6" fmla="*/ 4061460 w 4963865"/>
              <a:gd name="connsiteY6" fmla="*/ 3931157 h 6877051"/>
              <a:gd name="connsiteX7" fmla="*/ 4251960 w 4963865"/>
              <a:gd name="connsiteY7" fmla="*/ 4071856 h 6877051"/>
              <a:gd name="connsiteX8" fmla="*/ 4963865 w 4963865"/>
              <a:gd name="connsiteY8" fmla="*/ 6875699 h 6877051"/>
              <a:gd name="connsiteX9" fmla="*/ 0 w 4963865"/>
              <a:gd name="connsiteY9" fmla="*/ 6877051 h 6877051"/>
              <a:gd name="connsiteX10" fmla="*/ 0 w 4963865"/>
              <a:gd name="connsiteY10" fmla="*/ 0 h 6877051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024825" h="6881818">
                <a:moveTo>
                  <a:pt x="0" y="0"/>
                </a:moveTo>
                <a:lnTo>
                  <a:pt x="2487931" y="0"/>
                </a:lnTo>
                <a:lnTo>
                  <a:pt x="3834825" y="5142514"/>
                </a:lnTo>
                <a:cubicBezTo>
                  <a:pt x="3851116" y="5182666"/>
                  <a:pt x="3878538" y="5351369"/>
                  <a:pt x="4048718" y="5314407"/>
                </a:cubicBezTo>
                <a:cubicBezTo>
                  <a:pt x="4218898" y="5277445"/>
                  <a:pt x="4184015" y="5205230"/>
                  <a:pt x="4168140" y="5055407"/>
                </a:cubicBezTo>
                <a:lnTo>
                  <a:pt x="3935730" y="4175425"/>
                </a:lnTo>
                <a:cubicBezTo>
                  <a:pt x="3924300" y="4083966"/>
                  <a:pt x="3902710" y="3989870"/>
                  <a:pt x="4061460" y="3941355"/>
                </a:cubicBezTo>
                <a:cubicBezTo>
                  <a:pt x="4194810" y="3923207"/>
                  <a:pt x="4213860" y="4007005"/>
                  <a:pt x="4251960" y="4071856"/>
                </a:cubicBezTo>
                <a:lnTo>
                  <a:pt x="5024825" y="6881818"/>
                </a:lnTo>
                <a:lnTo>
                  <a:pt x="0" y="687705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anchor="ctr"/>
          <a:lstStyle>
            <a:lvl1pPr algn="ctr">
              <a:defRPr baseline="-25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96322" y="320040"/>
            <a:ext cx="6732237" cy="1017147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5E91AD6-E4A6-F082-0E76-DAF7D57B51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24242" y="1749479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o1.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B00516E-9699-821C-0371-67A8478E1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43379" y="1749479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7C72C187-9B88-8558-E9E7-CA189DF0EF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4242" y="2378035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o2.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366E515-A368-5E2D-8A9F-6BDBB76BC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43379" y="2378035"/>
            <a:ext cx="5885179" cy="533400"/>
          </a:xfrm>
        </p:spPr>
        <p:txBody>
          <a:bodyPr bIns="0" anchor="b"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F522536-6FE3-2618-BC24-8C51881858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4242" y="3006909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o3.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89C1155B-B06D-77D5-B3DC-9CEAEDF2D61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43379" y="3009613"/>
            <a:ext cx="5885179" cy="533400"/>
          </a:xfrm>
        </p:spPr>
        <p:txBody>
          <a:bodyPr bIns="0" anchor="b"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F3A36BC1-799A-6623-E5E3-1190C0C7C4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4242" y="3635783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5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o4.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92954362-36EF-4B42-19C7-6132A7E2A87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43379" y="3638169"/>
            <a:ext cx="5885179" cy="533400"/>
          </a:xfrm>
        </p:spPr>
        <p:txBody>
          <a:bodyPr bIns="0" anchor="b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EF1DED4-DCEF-D1F3-17B9-BC29651F7DE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4242" y="4264656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o5.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57B871C-EE51-327F-62B1-79B005BD932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43379" y="4269747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1359A1-A1B1-9DC6-08B9-8042E7FBA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6889763" y="0"/>
            <a:ext cx="1822122" cy="6871447"/>
          </a:xfrm>
          <a:prstGeom prst="line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Footer Placeholder 8">
            <a:extLst>
              <a:ext uri="{FF2B5EF4-FFF2-40B4-BE49-F238E27FC236}">
                <a16:creationId xmlns:a16="http://schemas.microsoft.com/office/drawing/2014/main" id="{28D89004-F984-BB7D-2489-E7EC551298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4241" y="6290774"/>
            <a:ext cx="6637071" cy="365125"/>
          </a:xfrm>
          <a:prstGeom prst="rect">
            <a:avLst/>
          </a:prstGeom>
        </p:spPr>
        <p:txBody>
          <a:bodyPr/>
          <a:lstStyle>
            <a:lvl1pPr>
              <a:defRPr sz="11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Add footer here</a:t>
            </a:r>
          </a:p>
        </p:txBody>
      </p:sp>
      <p:sp>
        <p:nvSpPr>
          <p:cNvPr id="21" name="Slide Number Placeholder 9">
            <a:extLst>
              <a:ext uri="{FF2B5EF4-FFF2-40B4-BE49-F238E27FC236}">
                <a16:creationId xmlns:a16="http://schemas.microsoft.com/office/drawing/2014/main" id="{E2790754-E9EF-9F79-825B-5AB348DFA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8195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Topic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B8C35C0-4758-2887-0763-E78795846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3537" y="-1946"/>
            <a:ext cx="3601340" cy="6881814"/>
          </a:xfrm>
          <a:custGeom>
            <a:avLst/>
            <a:gdLst>
              <a:gd name="connsiteX0" fmla="*/ 3601340 w 3601340"/>
              <a:gd name="connsiteY0" fmla="*/ 0 h 6881814"/>
              <a:gd name="connsiteX1" fmla="*/ 0 w 3601340"/>
              <a:gd name="connsiteY1" fmla="*/ 0 h 6881814"/>
              <a:gd name="connsiteX2" fmla="*/ 0 w 3601340"/>
              <a:gd name="connsiteY2" fmla="*/ 6881815 h 6881814"/>
              <a:gd name="connsiteX3" fmla="*/ 1064235 w 3601340"/>
              <a:gd name="connsiteY3" fmla="*/ 6881815 h 6881814"/>
              <a:gd name="connsiteX4" fmla="*/ 1441045 w 3601340"/>
              <a:gd name="connsiteY4" fmla="*/ 5490188 h 6881814"/>
              <a:gd name="connsiteX5" fmla="*/ 1835678 w 3601340"/>
              <a:gd name="connsiteY5" fmla="*/ 4034957 h 6881814"/>
              <a:gd name="connsiteX6" fmla="*/ 2045724 w 3601340"/>
              <a:gd name="connsiteY6" fmla="*/ 3914112 h 6881814"/>
              <a:gd name="connsiteX7" fmla="*/ 2166660 w 3601340"/>
              <a:gd name="connsiteY7" fmla="*/ 4124001 h 6881814"/>
              <a:gd name="connsiteX8" fmla="*/ 1906966 w 3601340"/>
              <a:gd name="connsiteY8" fmla="*/ 5081858 h 6881814"/>
              <a:gd name="connsiteX9" fmla="*/ 2027902 w 3601340"/>
              <a:gd name="connsiteY9" fmla="*/ 5291747 h 6881814"/>
              <a:gd name="connsiteX10" fmla="*/ 2227765 w 3601340"/>
              <a:gd name="connsiteY10" fmla="*/ 5198887 h 6881814"/>
              <a:gd name="connsiteX11" fmla="*/ 2570204 w 3601340"/>
              <a:gd name="connsiteY11" fmla="*/ 3923016 h 6881814"/>
              <a:gd name="connsiteX12" fmla="*/ 2602029 w 3601340"/>
              <a:gd name="connsiteY12" fmla="*/ 3799627 h 6881814"/>
              <a:gd name="connsiteX13" fmla="*/ 3601340 w 3601340"/>
              <a:gd name="connsiteY13" fmla="*/ 0 h 6881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601340" h="6881814">
                <a:moveTo>
                  <a:pt x="3601340" y="0"/>
                </a:moveTo>
                <a:lnTo>
                  <a:pt x="0" y="0"/>
                </a:lnTo>
                <a:lnTo>
                  <a:pt x="0" y="6881815"/>
                </a:lnTo>
                <a:lnTo>
                  <a:pt x="1064235" y="6881815"/>
                </a:lnTo>
                <a:lnTo>
                  <a:pt x="1441045" y="5490188"/>
                </a:lnTo>
                <a:lnTo>
                  <a:pt x="1835678" y="4034957"/>
                </a:lnTo>
                <a:cubicBezTo>
                  <a:pt x="1859865" y="3943369"/>
                  <a:pt x="1954068" y="3889943"/>
                  <a:pt x="2045724" y="3914112"/>
                </a:cubicBezTo>
                <a:cubicBezTo>
                  <a:pt x="2137381" y="3938281"/>
                  <a:pt x="2190847" y="4032413"/>
                  <a:pt x="2166660" y="4124001"/>
                </a:cubicBezTo>
                <a:lnTo>
                  <a:pt x="1906966" y="5081858"/>
                </a:lnTo>
                <a:cubicBezTo>
                  <a:pt x="1882779" y="5173446"/>
                  <a:pt x="1936246" y="5267578"/>
                  <a:pt x="2027902" y="5291747"/>
                </a:cubicBezTo>
                <a:cubicBezTo>
                  <a:pt x="2109375" y="5313372"/>
                  <a:pt x="2193393" y="5272666"/>
                  <a:pt x="2227765" y="5198887"/>
                </a:cubicBezTo>
                <a:lnTo>
                  <a:pt x="2570204" y="3923016"/>
                </a:lnTo>
                <a:lnTo>
                  <a:pt x="2602029" y="3799627"/>
                </a:lnTo>
                <a:lnTo>
                  <a:pt x="360134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F200699-2797-D741-1EC1-B83FCA4B197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flipH="1">
            <a:off x="7163691" y="0"/>
            <a:ext cx="5024825" cy="6858000"/>
          </a:xfrm>
          <a:custGeom>
            <a:avLst/>
            <a:gdLst>
              <a:gd name="connsiteX0" fmla="*/ 0 w 6064250"/>
              <a:gd name="connsiteY0" fmla="*/ 0 h 6877051"/>
              <a:gd name="connsiteX1" fmla="*/ 606425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6064250"/>
              <a:gd name="connsiteY0" fmla="*/ 0 h 6877051"/>
              <a:gd name="connsiteX1" fmla="*/ 584073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4028621 w 5840730"/>
              <a:gd name="connsiteY2" fmla="*/ 6887937 h 6887937"/>
              <a:gd name="connsiteX3" fmla="*/ 0 w 5840730"/>
              <a:gd name="connsiteY3" fmla="*/ 6877051 h 6887937"/>
              <a:gd name="connsiteX4" fmla="*/ 0 w 5840730"/>
              <a:gd name="connsiteY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028621 w 5840730"/>
              <a:gd name="connsiteY3" fmla="*/ 6887937 h 6887937"/>
              <a:gd name="connsiteX4" fmla="*/ 0 w 5840730"/>
              <a:gd name="connsiteY4" fmla="*/ 6877051 h 6887937"/>
              <a:gd name="connsiteX5" fmla="*/ 0 w 5840730"/>
              <a:gd name="connsiteY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028621 w 5840730"/>
              <a:gd name="connsiteY4" fmla="*/ 6887937 h 6887937"/>
              <a:gd name="connsiteX5" fmla="*/ 0 w 5840730"/>
              <a:gd name="connsiteY5" fmla="*/ 6877051 h 6887937"/>
              <a:gd name="connsiteX6" fmla="*/ 0 w 5840730"/>
              <a:gd name="connsiteY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785360 w 5840730"/>
              <a:gd name="connsiteY4" fmla="*/ 3926535 h 6887937"/>
              <a:gd name="connsiteX5" fmla="*/ 4028621 w 5840730"/>
              <a:gd name="connsiteY5" fmla="*/ 6887937 h 6887937"/>
              <a:gd name="connsiteX6" fmla="*/ 0 w 5840730"/>
              <a:gd name="connsiteY6" fmla="*/ 6877051 h 6887937"/>
              <a:gd name="connsiteX7" fmla="*/ 0 w 5840730"/>
              <a:gd name="connsiteY7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22520 w 5840730"/>
              <a:gd name="connsiteY5" fmla="*/ 3415995 h 6887937"/>
              <a:gd name="connsiteX6" fmla="*/ 4785360 w 5840730"/>
              <a:gd name="connsiteY6" fmla="*/ 3926535 h 6887937"/>
              <a:gd name="connsiteX7" fmla="*/ 4028621 w 5840730"/>
              <a:gd name="connsiteY7" fmla="*/ 6887937 h 6887937"/>
              <a:gd name="connsiteX8" fmla="*/ 0 w 5840730"/>
              <a:gd name="connsiteY8" fmla="*/ 6877051 h 6887937"/>
              <a:gd name="connsiteX9" fmla="*/ 0 w 5840730"/>
              <a:gd name="connsiteY9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4922520 w 5840730"/>
              <a:gd name="connsiteY6" fmla="*/ 341599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922520 w 5840730"/>
              <a:gd name="connsiteY7" fmla="*/ 341599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457700 w 5840730"/>
              <a:gd name="connsiteY7" fmla="*/ 384271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37760 w 5840730"/>
              <a:gd name="connsiteY5" fmla="*/ 16100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5681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33950 w 5840730"/>
              <a:gd name="connsiteY3" fmla="*/ 273781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61560 w 5840730"/>
              <a:gd name="connsiteY3" fmla="*/ 29435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42510 w 5840730"/>
              <a:gd name="connsiteY3" fmla="*/ 30197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560570 w 5840730"/>
              <a:gd name="connsiteY11" fmla="*/ 412084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09160 w 5840730"/>
              <a:gd name="connsiteY11" fmla="*/ 363316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655820 w 5840730"/>
              <a:gd name="connsiteY6" fmla="*/ 1770075 h 6887937"/>
              <a:gd name="connsiteX7" fmla="*/ 3893820 w 5840730"/>
              <a:gd name="connsiteY7" fmla="*/ 4688535 h 6887937"/>
              <a:gd name="connsiteX8" fmla="*/ 3992880 w 5840730"/>
              <a:gd name="connsiteY8" fmla="*/ 490570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3893820 w 5840730"/>
              <a:gd name="connsiteY6" fmla="*/ 4688535 h 6887937"/>
              <a:gd name="connsiteX7" fmla="*/ 3992880 w 5840730"/>
              <a:gd name="connsiteY7" fmla="*/ 490570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686300 w 5840730"/>
              <a:gd name="connsiteY10" fmla="*/ 371317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3893820 w 5840730"/>
              <a:gd name="connsiteY5" fmla="*/ 4688535 h 6887937"/>
              <a:gd name="connsiteX6" fmla="*/ 3992880 w 5840730"/>
              <a:gd name="connsiteY6" fmla="*/ 490570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686300 w 5840730"/>
              <a:gd name="connsiteY9" fmla="*/ 371317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3893820 w 5840730"/>
              <a:gd name="connsiteY4" fmla="*/ 4688535 h 6887937"/>
              <a:gd name="connsiteX5" fmla="*/ 3992880 w 5840730"/>
              <a:gd name="connsiteY5" fmla="*/ 4905705 h 6887937"/>
              <a:gd name="connsiteX6" fmla="*/ 4213860 w 5840730"/>
              <a:gd name="connsiteY6" fmla="*/ 4757115 h 6887937"/>
              <a:gd name="connsiteX7" fmla="*/ 4457700 w 5840730"/>
              <a:gd name="connsiteY7" fmla="*/ 3842715 h 6887937"/>
              <a:gd name="connsiteX8" fmla="*/ 4686300 w 5840730"/>
              <a:gd name="connsiteY8" fmla="*/ 371317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3893820 w 5840730"/>
              <a:gd name="connsiteY3" fmla="*/ 4688535 h 6887937"/>
              <a:gd name="connsiteX4" fmla="*/ 3992880 w 5840730"/>
              <a:gd name="connsiteY4" fmla="*/ 4905705 h 6887937"/>
              <a:gd name="connsiteX5" fmla="*/ 4213860 w 5840730"/>
              <a:gd name="connsiteY5" fmla="*/ 4757115 h 6887937"/>
              <a:gd name="connsiteX6" fmla="*/ 4457700 w 5840730"/>
              <a:gd name="connsiteY6" fmla="*/ 3842715 h 6887937"/>
              <a:gd name="connsiteX7" fmla="*/ 4686300 w 5840730"/>
              <a:gd name="connsiteY7" fmla="*/ 371317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3893820 w 5840730"/>
              <a:gd name="connsiteY2" fmla="*/ 4688535 h 6887937"/>
              <a:gd name="connsiteX3" fmla="*/ 3992880 w 5840730"/>
              <a:gd name="connsiteY3" fmla="*/ 4905705 h 6887937"/>
              <a:gd name="connsiteX4" fmla="*/ 4213860 w 5840730"/>
              <a:gd name="connsiteY4" fmla="*/ 4757115 h 6887937"/>
              <a:gd name="connsiteX5" fmla="*/ 4457700 w 5840730"/>
              <a:gd name="connsiteY5" fmla="*/ 3842715 h 6887937"/>
              <a:gd name="connsiteX6" fmla="*/ 4686300 w 5840730"/>
              <a:gd name="connsiteY6" fmla="*/ 371317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4790753"/>
              <a:gd name="connsiteY0" fmla="*/ 0 h 6887937"/>
              <a:gd name="connsiteX1" fmla="*/ 2674743 w 4790753"/>
              <a:gd name="connsiteY1" fmla="*/ 49345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310950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12040 w 4790753"/>
              <a:gd name="connsiteY2" fmla="*/ 3464777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244891 w 4790753"/>
              <a:gd name="connsiteY2" fmla="*/ 3464778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392375 w 4790753"/>
              <a:gd name="connsiteY2" fmla="*/ 3464779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392375 w 5110169"/>
              <a:gd name="connsiteY2" fmla="*/ 3464779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66000 w 5110169"/>
              <a:gd name="connsiteY2" fmla="*/ 4629324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16839 w 5110169"/>
              <a:gd name="connsiteY2" fmla="*/ 4550372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589019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034002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300466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42040 w 5110169"/>
              <a:gd name="connsiteY3" fmla="*/ 5566930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05329 w 5110169"/>
              <a:gd name="connsiteY2" fmla="*/ 4974740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75832 w 5110169"/>
              <a:gd name="connsiteY2" fmla="*/ 503395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198620 w 5110169"/>
              <a:gd name="connsiteY7" fmla="*/ 4133044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251960 w 5110169"/>
              <a:gd name="connsiteY7" fmla="*/ 4071856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030921"/>
              <a:gd name="connsiteY0" fmla="*/ 0 h 6877051"/>
              <a:gd name="connsiteX1" fmla="*/ 2487931 w 5030921"/>
              <a:gd name="connsiteY1" fmla="*/ 0 h 6877051"/>
              <a:gd name="connsiteX2" fmla="*/ 3834825 w 5030921"/>
              <a:gd name="connsiteY2" fmla="*/ 5142514 h 6877051"/>
              <a:gd name="connsiteX3" fmla="*/ 4074118 w 5030921"/>
              <a:gd name="connsiteY3" fmla="*/ 5314407 h 6877051"/>
              <a:gd name="connsiteX4" fmla="*/ 4168140 w 5030921"/>
              <a:gd name="connsiteY4" fmla="*/ 5055407 h 6877051"/>
              <a:gd name="connsiteX5" fmla="*/ 3935730 w 5030921"/>
              <a:gd name="connsiteY5" fmla="*/ 4175425 h 6877051"/>
              <a:gd name="connsiteX6" fmla="*/ 4061460 w 5030921"/>
              <a:gd name="connsiteY6" fmla="*/ 3931157 h 6877051"/>
              <a:gd name="connsiteX7" fmla="*/ 4251960 w 5030921"/>
              <a:gd name="connsiteY7" fmla="*/ 4071856 h 6877051"/>
              <a:gd name="connsiteX8" fmla="*/ 5030921 w 5030921"/>
              <a:gd name="connsiteY8" fmla="*/ 6875699 h 6877051"/>
              <a:gd name="connsiteX9" fmla="*/ 0 w 5030921"/>
              <a:gd name="connsiteY9" fmla="*/ 6877051 h 6877051"/>
              <a:gd name="connsiteX10" fmla="*/ 0 w 5030921"/>
              <a:gd name="connsiteY10" fmla="*/ 0 h 6877051"/>
              <a:gd name="connsiteX0" fmla="*/ 0 w 4963865"/>
              <a:gd name="connsiteY0" fmla="*/ 0 h 6877051"/>
              <a:gd name="connsiteX1" fmla="*/ 2487931 w 4963865"/>
              <a:gd name="connsiteY1" fmla="*/ 0 h 6877051"/>
              <a:gd name="connsiteX2" fmla="*/ 3834825 w 4963865"/>
              <a:gd name="connsiteY2" fmla="*/ 5142514 h 6877051"/>
              <a:gd name="connsiteX3" fmla="*/ 4074118 w 4963865"/>
              <a:gd name="connsiteY3" fmla="*/ 5314407 h 6877051"/>
              <a:gd name="connsiteX4" fmla="*/ 4168140 w 4963865"/>
              <a:gd name="connsiteY4" fmla="*/ 5055407 h 6877051"/>
              <a:gd name="connsiteX5" fmla="*/ 3935730 w 4963865"/>
              <a:gd name="connsiteY5" fmla="*/ 4175425 h 6877051"/>
              <a:gd name="connsiteX6" fmla="*/ 4061460 w 4963865"/>
              <a:gd name="connsiteY6" fmla="*/ 3931157 h 6877051"/>
              <a:gd name="connsiteX7" fmla="*/ 4251960 w 4963865"/>
              <a:gd name="connsiteY7" fmla="*/ 4071856 h 6877051"/>
              <a:gd name="connsiteX8" fmla="*/ 4963865 w 4963865"/>
              <a:gd name="connsiteY8" fmla="*/ 6875699 h 6877051"/>
              <a:gd name="connsiteX9" fmla="*/ 0 w 4963865"/>
              <a:gd name="connsiteY9" fmla="*/ 6877051 h 6877051"/>
              <a:gd name="connsiteX10" fmla="*/ 0 w 4963865"/>
              <a:gd name="connsiteY10" fmla="*/ 0 h 6877051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024825" h="6881818">
                <a:moveTo>
                  <a:pt x="0" y="0"/>
                </a:moveTo>
                <a:lnTo>
                  <a:pt x="2487931" y="0"/>
                </a:lnTo>
                <a:lnTo>
                  <a:pt x="3834825" y="5142514"/>
                </a:lnTo>
                <a:cubicBezTo>
                  <a:pt x="3851116" y="5182666"/>
                  <a:pt x="3878538" y="5351369"/>
                  <a:pt x="4048718" y="5314407"/>
                </a:cubicBezTo>
                <a:cubicBezTo>
                  <a:pt x="4218898" y="5277445"/>
                  <a:pt x="4184015" y="5205230"/>
                  <a:pt x="4168140" y="5055407"/>
                </a:cubicBezTo>
                <a:lnTo>
                  <a:pt x="3935730" y="4175425"/>
                </a:lnTo>
                <a:cubicBezTo>
                  <a:pt x="3924300" y="4083966"/>
                  <a:pt x="3902710" y="3989870"/>
                  <a:pt x="4061460" y="3941355"/>
                </a:cubicBezTo>
                <a:cubicBezTo>
                  <a:pt x="4194810" y="3923207"/>
                  <a:pt x="4213860" y="4007005"/>
                  <a:pt x="4251960" y="4071856"/>
                </a:cubicBezTo>
                <a:lnTo>
                  <a:pt x="5024825" y="6881818"/>
                </a:lnTo>
                <a:lnTo>
                  <a:pt x="0" y="687705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anchor="ctr"/>
          <a:lstStyle>
            <a:lvl1pPr algn="ctr">
              <a:defRPr baseline="-25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96322" y="320040"/>
            <a:ext cx="6732237" cy="1017147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5E91AD6-E4A6-F082-0E76-DAF7D57B51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24242" y="1749479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o1.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B00516E-9699-821C-0371-67A8478E1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43379" y="1749479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7C72C187-9B88-8558-E9E7-CA189DF0EF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4242" y="2378035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o2.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366E515-A368-5E2D-8A9F-6BDBB76BC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43379" y="2378035"/>
            <a:ext cx="5885179" cy="533400"/>
          </a:xfrm>
        </p:spPr>
        <p:txBody>
          <a:bodyPr bIns="0" anchor="b"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F522536-6FE3-2618-BC24-8C51881858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4242" y="3006909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o3.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89C1155B-B06D-77D5-B3DC-9CEAEDF2D61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43379" y="3009613"/>
            <a:ext cx="5885179" cy="533400"/>
          </a:xfrm>
        </p:spPr>
        <p:txBody>
          <a:bodyPr bIns="0" anchor="b"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F3A36BC1-799A-6623-E5E3-1190C0C7C4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4242" y="3635783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4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o4.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92954362-36EF-4B42-19C7-6132A7E2A87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43379" y="3638169"/>
            <a:ext cx="5885179" cy="533400"/>
          </a:xfrm>
        </p:spPr>
        <p:txBody>
          <a:bodyPr bIns="0" anchor="b"/>
          <a:lstStyle>
            <a:lvl1pPr marL="0" indent="0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EF1DED4-DCEF-D1F3-17B9-BC29651F7DE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4242" y="4264656"/>
            <a:ext cx="788639" cy="533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5400" b="0" spc="100" baseline="-25000">
                <a:solidFill>
                  <a:schemeClr val="tx2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o5.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57B871C-EE51-327F-62B1-79B005BD932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43379" y="4269747"/>
            <a:ext cx="5885179" cy="533400"/>
          </a:xfrm>
        </p:spPr>
        <p:txBody>
          <a:bodyPr bIns="0" anchor="b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1359A1-A1B1-9DC6-08B9-8042E7FBA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6889763" y="0"/>
            <a:ext cx="1822122" cy="6871447"/>
          </a:xfrm>
          <a:prstGeom prst="line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Footer Placeholder 8">
            <a:extLst>
              <a:ext uri="{FF2B5EF4-FFF2-40B4-BE49-F238E27FC236}">
                <a16:creationId xmlns:a16="http://schemas.microsoft.com/office/drawing/2014/main" id="{28D89004-F984-BB7D-2489-E7EC551298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4241" y="6290774"/>
            <a:ext cx="6637071" cy="365125"/>
          </a:xfrm>
          <a:prstGeom prst="rect">
            <a:avLst/>
          </a:prstGeom>
        </p:spPr>
        <p:txBody>
          <a:bodyPr/>
          <a:lstStyle>
            <a:lvl1pPr>
              <a:defRPr sz="11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Add footer here</a:t>
            </a:r>
          </a:p>
        </p:txBody>
      </p:sp>
      <p:sp>
        <p:nvSpPr>
          <p:cNvPr id="21" name="Slide Number Placeholder 9">
            <a:extLst>
              <a:ext uri="{FF2B5EF4-FFF2-40B4-BE49-F238E27FC236}">
                <a16:creationId xmlns:a16="http://schemas.microsoft.com/office/drawing/2014/main" id="{E2790754-E9EF-9F79-825B-5AB348DFA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12268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8CD5142E-2E7B-1488-E5DB-290186766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82569" y="2242"/>
            <a:ext cx="6806909" cy="6862481"/>
            <a:chOff x="5382569" y="2242"/>
            <a:chExt cx="6806909" cy="6862481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02299C1B-36CA-1E4A-2BE2-A212B68067E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140328" y="2242"/>
              <a:ext cx="6049150" cy="6862481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37875AA7-8584-C85D-D920-B6F3612211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5382569" y="5060315"/>
              <a:ext cx="927943" cy="180130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970326" y="1679216"/>
            <a:ext cx="4786877" cy="1518315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6000" spc="1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Add title 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F200699-2797-D741-1EC1-B83FCA4B197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9499" y="-2236"/>
            <a:ext cx="6814124" cy="6871095"/>
          </a:xfrm>
          <a:custGeom>
            <a:avLst/>
            <a:gdLst>
              <a:gd name="connsiteX0" fmla="*/ 0 w 6064250"/>
              <a:gd name="connsiteY0" fmla="*/ 0 h 6877051"/>
              <a:gd name="connsiteX1" fmla="*/ 606425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6064250"/>
              <a:gd name="connsiteY0" fmla="*/ 0 h 6877051"/>
              <a:gd name="connsiteX1" fmla="*/ 584073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4028621 w 5840730"/>
              <a:gd name="connsiteY2" fmla="*/ 6887937 h 6887937"/>
              <a:gd name="connsiteX3" fmla="*/ 0 w 5840730"/>
              <a:gd name="connsiteY3" fmla="*/ 6877051 h 6887937"/>
              <a:gd name="connsiteX4" fmla="*/ 0 w 5840730"/>
              <a:gd name="connsiteY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028621 w 5840730"/>
              <a:gd name="connsiteY3" fmla="*/ 6887937 h 6887937"/>
              <a:gd name="connsiteX4" fmla="*/ 0 w 5840730"/>
              <a:gd name="connsiteY4" fmla="*/ 6877051 h 6887937"/>
              <a:gd name="connsiteX5" fmla="*/ 0 w 5840730"/>
              <a:gd name="connsiteY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028621 w 5840730"/>
              <a:gd name="connsiteY4" fmla="*/ 6887937 h 6887937"/>
              <a:gd name="connsiteX5" fmla="*/ 0 w 5840730"/>
              <a:gd name="connsiteY5" fmla="*/ 6877051 h 6887937"/>
              <a:gd name="connsiteX6" fmla="*/ 0 w 5840730"/>
              <a:gd name="connsiteY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785360 w 5840730"/>
              <a:gd name="connsiteY4" fmla="*/ 3926535 h 6887937"/>
              <a:gd name="connsiteX5" fmla="*/ 4028621 w 5840730"/>
              <a:gd name="connsiteY5" fmla="*/ 6887937 h 6887937"/>
              <a:gd name="connsiteX6" fmla="*/ 0 w 5840730"/>
              <a:gd name="connsiteY6" fmla="*/ 6877051 h 6887937"/>
              <a:gd name="connsiteX7" fmla="*/ 0 w 5840730"/>
              <a:gd name="connsiteY7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22520 w 5840730"/>
              <a:gd name="connsiteY5" fmla="*/ 3415995 h 6887937"/>
              <a:gd name="connsiteX6" fmla="*/ 4785360 w 5840730"/>
              <a:gd name="connsiteY6" fmla="*/ 3926535 h 6887937"/>
              <a:gd name="connsiteX7" fmla="*/ 4028621 w 5840730"/>
              <a:gd name="connsiteY7" fmla="*/ 6887937 h 6887937"/>
              <a:gd name="connsiteX8" fmla="*/ 0 w 5840730"/>
              <a:gd name="connsiteY8" fmla="*/ 6877051 h 6887937"/>
              <a:gd name="connsiteX9" fmla="*/ 0 w 5840730"/>
              <a:gd name="connsiteY9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4922520 w 5840730"/>
              <a:gd name="connsiteY6" fmla="*/ 341599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922520 w 5840730"/>
              <a:gd name="connsiteY7" fmla="*/ 341599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457700 w 5840730"/>
              <a:gd name="connsiteY7" fmla="*/ 384271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37760 w 5840730"/>
              <a:gd name="connsiteY5" fmla="*/ 16100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5681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33950 w 5840730"/>
              <a:gd name="connsiteY3" fmla="*/ 273781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61560 w 5840730"/>
              <a:gd name="connsiteY3" fmla="*/ 29435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42510 w 5840730"/>
              <a:gd name="connsiteY3" fmla="*/ 30197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560570 w 5840730"/>
              <a:gd name="connsiteY11" fmla="*/ 412084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09160 w 5840730"/>
              <a:gd name="connsiteY11" fmla="*/ 363316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6814124"/>
              <a:gd name="connsiteY0" fmla="*/ 0 h 6897807"/>
              <a:gd name="connsiteX1" fmla="*/ 6814124 w 6814124"/>
              <a:gd name="connsiteY1" fmla="*/ 9870 h 6897807"/>
              <a:gd name="connsiteX2" fmla="*/ 6063554 w 6814124"/>
              <a:gd name="connsiteY2" fmla="*/ 2785785 h 6897807"/>
              <a:gd name="connsiteX3" fmla="*/ 5827334 w 6814124"/>
              <a:gd name="connsiteY3" fmla="*/ 2972475 h 6897807"/>
              <a:gd name="connsiteX4" fmla="*/ 5728274 w 6814124"/>
              <a:gd name="connsiteY4" fmla="*/ 2701965 h 6897807"/>
              <a:gd name="connsiteX5" fmla="*/ 5953064 w 6814124"/>
              <a:gd name="connsiteY5" fmla="*/ 1856145 h 6897807"/>
              <a:gd name="connsiteX6" fmla="*/ 5846384 w 6814124"/>
              <a:gd name="connsiteY6" fmla="*/ 1581825 h 6897807"/>
              <a:gd name="connsiteX7" fmla="*/ 5629214 w 6814124"/>
              <a:gd name="connsiteY7" fmla="*/ 1779945 h 6897807"/>
              <a:gd name="connsiteX8" fmla="*/ 4867214 w 6814124"/>
              <a:gd name="connsiteY8" fmla="*/ 4698405 h 6897807"/>
              <a:gd name="connsiteX9" fmla="*/ 4966274 w 6814124"/>
              <a:gd name="connsiteY9" fmla="*/ 4915575 h 6897807"/>
              <a:gd name="connsiteX10" fmla="*/ 5187254 w 6814124"/>
              <a:gd name="connsiteY10" fmla="*/ 4766985 h 6897807"/>
              <a:gd name="connsiteX11" fmla="*/ 5431094 w 6814124"/>
              <a:gd name="connsiteY11" fmla="*/ 3852585 h 6897807"/>
              <a:gd name="connsiteX12" fmla="*/ 5659694 w 6814124"/>
              <a:gd name="connsiteY12" fmla="*/ 3723045 h 6897807"/>
              <a:gd name="connsiteX13" fmla="*/ 5758754 w 6814124"/>
              <a:gd name="connsiteY13" fmla="*/ 3936405 h 6897807"/>
              <a:gd name="connsiteX14" fmla="*/ 5002015 w 6814124"/>
              <a:gd name="connsiteY14" fmla="*/ 6897807 h 6897807"/>
              <a:gd name="connsiteX15" fmla="*/ 973394 w 6814124"/>
              <a:gd name="connsiteY15" fmla="*/ 6886921 h 6897807"/>
              <a:gd name="connsiteX16" fmla="*/ 0 w 6814124"/>
              <a:gd name="connsiteY16" fmla="*/ 0 h 6897807"/>
              <a:gd name="connsiteX0" fmla="*/ 0 w 6814124"/>
              <a:gd name="connsiteY0" fmla="*/ 0 h 6897807"/>
              <a:gd name="connsiteX1" fmla="*/ 6814124 w 6814124"/>
              <a:gd name="connsiteY1" fmla="*/ 9870 h 6897807"/>
              <a:gd name="connsiteX2" fmla="*/ 6063554 w 6814124"/>
              <a:gd name="connsiteY2" fmla="*/ 2785785 h 6897807"/>
              <a:gd name="connsiteX3" fmla="*/ 5827334 w 6814124"/>
              <a:gd name="connsiteY3" fmla="*/ 2972475 h 6897807"/>
              <a:gd name="connsiteX4" fmla="*/ 5728274 w 6814124"/>
              <a:gd name="connsiteY4" fmla="*/ 2701965 h 6897807"/>
              <a:gd name="connsiteX5" fmla="*/ 5953064 w 6814124"/>
              <a:gd name="connsiteY5" fmla="*/ 1856145 h 6897807"/>
              <a:gd name="connsiteX6" fmla="*/ 5846384 w 6814124"/>
              <a:gd name="connsiteY6" fmla="*/ 1581825 h 6897807"/>
              <a:gd name="connsiteX7" fmla="*/ 5629214 w 6814124"/>
              <a:gd name="connsiteY7" fmla="*/ 1779945 h 6897807"/>
              <a:gd name="connsiteX8" fmla="*/ 4867214 w 6814124"/>
              <a:gd name="connsiteY8" fmla="*/ 4698405 h 6897807"/>
              <a:gd name="connsiteX9" fmla="*/ 4966274 w 6814124"/>
              <a:gd name="connsiteY9" fmla="*/ 4915575 h 6897807"/>
              <a:gd name="connsiteX10" fmla="*/ 5187254 w 6814124"/>
              <a:gd name="connsiteY10" fmla="*/ 4766985 h 6897807"/>
              <a:gd name="connsiteX11" fmla="*/ 5431094 w 6814124"/>
              <a:gd name="connsiteY11" fmla="*/ 3852585 h 6897807"/>
              <a:gd name="connsiteX12" fmla="*/ 5659694 w 6814124"/>
              <a:gd name="connsiteY12" fmla="*/ 3723045 h 6897807"/>
              <a:gd name="connsiteX13" fmla="*/ 5758754 w 6814124"/>
              <a:gd name="connsiteY13" fmla="*/ 3936405 h 6897807"/>
              <a:gd name="connsiteX14" fmla="*/ 5002015 w 6814124"/>
              <a:gd name="connsiteY14" fmla="*/ 6897807 h 6897807"/>
              <a:gd name="connsiteX15" fmla="*/ 973394 w 6814124"/>
              <a:gd name="connsiteY15" fmla="*/ 6886921 h 6897807"/>
              <a:gd name="connsiteX16" fmla="*/ 0 w 6814124"/>
              <a:gd name="connsiteY16" fmla="*/ 0 h 6897807"/>
              <a:gd name="connsiteX0" fmla="*/ 0 w 6814124"/>
              <a:gd name="connsiteY0" fmla="*/ 0 h 6887938"/>
              <a:gd name="connsiteX1" fmla="*/ 6814124 w 6814124"/>
              <a:gd name="connsiteY1" fmla="*/ 1 h 6887938"/>
              <a:gd name="connsiteX2" fmla="*/ 6063554 w 6814124"/>
              <a:gd name="connsiteY2" fmla="*/ 2775916 h 6887938"/>
              <a:gd name="connsiteX3" fmla="*/ 5827334 w 6814124"/>
              <a:gd name="connsiteY3" fmla="*/ 2962606 h 6887938"/>
              <a:gd name="connsiteX4" fmla="*/ 5728274 w 6814124"/>
              <a:gd name="connsiteY4" fmla="*/ 2692096 h 6887938"/>
              <a:gd name="connsiteX5" fmla="*/ 5953064 w 6814124"/>
              <a:gd name="connsiteY5" fmla="*/ 1846276 h 6887938"/>
              <a:gd name="connsiteX6" fmla="*/ 5846384 w 6814124"/>
              <a:gd name="connsiteY6" fmla="*/ 1571956 h 6887938"/>
              <a:gd name="connsiteX7" fmla="*/ 5629214 w 6814124"/>
              <a:gd name="connsiteY7" fmla="*/ 1770076 h 6887938"/>
              <a:gd name="connsiteX8" fmla="*/ 4867214 w 6814124"/>
              <a:gd name="connsiteY8" fmla="*/ 4688536 h 6887938"/>
              <a:gd name="connsiteX9" fmla="*/ 4966274 w 6814124"/>
              <a:gd name="connsiteY9" fmla="*/ 4905706 h 6887938"/>
              <a:gd name="connsiteX10" fmla="*/ 5187254 w 6814124"/>
              <a:gd name="connsiteY10" fmla="*/ 4757116 h 6887938"/>
              <a:gd name="connsiteX11" fmla="*/ 5431094 w 6814124"/>
              <a:gd name="connsiteY11" fmla="*/ 3842716 h 6887938"/>
              <a:gd name="connsiteX12" fmla="*/ 5659694 w 6814124"/>
              <a:gd name="connsiteY12" fmla="*/ 3713176 h 6887938"/>
              <a:gd name="connsiteX13" fmla="*/ 5758754 w 6814124"/>
              <a:gd name="connsiteY13" fmla="*/ 3926536 h 6887938"/>
              <a:gd name="connsiteX14" fmla="*/ 5002015 w 6814124"/>
              <a:gd name="connsiteY14" fmla="*/ 6887938 h 6887938"/>
              <a:gd name="connsiteX15" fmla="*/ 973394 w 6814124"/>
              <a:gd name="connsiteY15" fmla="*/ 6877052 h 6887938"/>
              <a:gd name="connsiteX16" fmla="*/ 0 w 6814124"/>
              <a:gd name="connsiteY16" fmla="*/ 0 h 6887938"/>
              <a:gd name="connsiteX0" fmla="*/ 0 w 6814124"/>
              <a:gd name="connsiteY0" fmla="*/ 0 h 6887938"/>
              <a:gd name="connsiteX1" fmla="*/ 6814124 w 6814124"/>
              <a:gd name="connsiteY1" fmla="*/ 1 h 6887938"/>
              <a:gd name="connsiteX2" fmla="*/ 6063554 w 6814124"/>
              <a:gd name="connsiteY2" fmla="*/ 2775916 h 6887938"/>
              <a:gd name="connsiteX3" fmla="*/ 5827334 w 6814124"/>
              <a:gd name="connsiteY3" fmla="*/ 2962606 h 6887938"/>
              <a:gd name="connsiteX4" fmla="*/ 5728274 w 6814124"/>
              <a:gd name="connsiteY4" fmla="*/ 2692096 h 6887938"/>
              <a:gd name="connsiteX5" fmla="*/ 5953064 w 6814124"/>
              <a:gd name="connsiteY5" fmla="*/ 1846276 h 6887938"/>
              <a:gd name="connsiteX6" fmla="*/ 5846384 w 6814124"/>
              <a:gd name="connsiteY6" fmla="*/ 1571956 h 6887938"/>
              <a:gd name="connsiteX7" fmla="*/ 5629214 w 6814124"/>
              <a:gd name="connsiteY7" fmla="*/ 1770076 h 6887938"/>
              <a:gd name="connsiteX8" fmla="*/ 4867214 w 6814124"/>
              <a:gd name="connsiteY8" fmla="*/ 4688536 h 6887938"/>
              <a:gd name="connsiteX9" fmla="*/ 4966274 w 6814124"/>
              <a:gd name="connsiteY9" fmla="*/ 4905706 h 6887938"/>
              <a:gd name="connsiteX10" fmla="*/ 5187254 w 6814124"/>
              <a:gd name="connsiteY10" fmla="*/ 4757116 h 6887938"/>
              <a:gd name="connsiteX11" fmla="*/ 5431094 w 6814124"/>
              <a:gd name="connsiteY11" fmla="*/ 3842716 h 6887938"/>
              <a:gd name="connsiteX12" fmla="*/ 5659694 w 6814124"/>
              <a:gd name="connsiteY12" fmla="*/ 3713176 h 6887938"/>
              <a:gd name="connsiteX13" fmla="*/ 5758754 w 6814124"/>
              <a:gd name="connsiteY13" fmla="*/ 3926536 h 6887938"/>
              <a:gd name="connsiteX14" fmla="*/ 5002015 w 6814124"/>
              <a:gd name="connsiteY14" fmla="*/ 6887938 h 6887938"/>
              <a:gd name="connsiteX15" fmla="*/ 0 w 6814124"/>
              <a:gd name="connsiteY15" fmla="*/ 6877052 h 6887938"/>
              <a:gd name="connsiteX16" fmla="*/ 0 w 6814124"/>
              <a:gd name="connsiteY16" fmla="*/ 0 h 6887938"/>
              <a:gd name="connsiteX0" fmla="*/ 0 w 6814124"/>
              <a:gd name="connsiteY0" fmla="*/ 0 h 6896790"/>
              <a:gd name="connsiteX1" fmla="*/ 6814124 w 6814124"/>
              <a:gd name="connsiteY1" fmla="*/ 1 h 6896790"/>
              <a:gd name="connsiteX2" fmla="*/ 6063554 w 6814124"/>
              <a:gd name="connsiteY2" fmla="*/ 2775916 h 6896790"/>
              <a:gd name="connsiteX3" fmla="*/ 5827334 w 6814124"/>
              <a:gd name="connsiteY3" fmla="*/ 2962606 h 6896790"/>
              <a:gd name="connsiteX4" fmla="*/ 5728274 w 6814124"/>
              <a:gd name="connsiteY4" fmla="*/ 2692096 h 6896790"/>
              <a:gd name="connsiteX5" fmla="*/ 5953064 w 6814124"/>
              <a:gd name="connsiteY5" fmla="*/ 1846276 h 6896790"/>
              <a:gd name="connsiteX6" fmla="*/ 5846384 w 6814124"/>
              <a:gd name="connsiteY6" fmla="*/ 1571956 h 6896790"/>
              <a:gd name="connsiteX7" fmla="*/ 5629214 w 6814124"/>
              <a:gd name="connsiteY7" fmla="*/ 1770076 h 6896790"/>
              <a:gd name="connsiteX8" fmla="*/ 4867214 w 6814124"/>
              <a:gd name="connsiteY8" fmla="*/ 4688536 h 6896790"/>
              <a:gd name="connsiteX9" fmla="*/ 4966274 w 6814124"/>
              <a:gd name="connsiteY9" fmla="*/ 4905706 h 6896790"/>
              <a:gd name="connsiteX10" fmla="*/ 5187254 w 6814124"/>
              <a:gd name="connsiteY10" fmla="*/ 4757116 h 6896790"/>
              <a:gd name="connsiteX11" fmla="*/ 5431094 w 6814124"/>
              <a:gd name="connsiteY11" fmla="*/ 3842716 h 6896790"/>
              <a:gd name="connsiteX12" fmla="*/ 5659694 w 6814124"/>
              <a:gd name="connsiteY12" fmla="*/ 3713176 h 6896790"/>
              <a:gd name="connsiteX13" fmla="*/ 5758754 w 6814124"/>
              <a:gd name="connsiteY13" fmla="*/ 3926536 h 6896790"/>
              <a:gd name="connsiteX14" fmla="*/ 5002015 w 6814124"/>
              <a:gd name="connsiteY14" fmla="*/ 6887938 h 6896790"/>
              <a:gd name="connsiteX15" fmla="*/ 0 w 6814124"/>
              <a:gd name="connsiteY15" fmla="*/ 6896790 h 6896790"/>
              <a:gd name="connsiteX16" fmla="*/ 0 w 6814124"/>
              <a:gd name="connsiteY16" fmla="*/ 0 h 6896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814124" h="6896790">
                <a:moveTo>
                  <a:pt x="0" y="0"/>
                </a:moveTo>
                <a:lnTo>
                  <a:pt x="6814124" y="1"/>
                </a:lnTo>
                <a:lnTo>
                  <a:pt x="6063554" y="2775916"/>
                </a:lnTo>
                <a:cubicBezTo>
                  <a:pt x="6030534" y="2883866"/>
                  <a:pt x="5993704" y="2976576"/>
                  <a:pt x="5827334" y="2962606"/>
                </a:cubicBezTo>
                <a:cubicBezTo>
                  <a:pt x="5641914" y="2845766"/>
                  <a:pt x="5734624" y="2747976"/>
                  <a:pt x="5728274" y="2692096"/>
                </a:cubicBezTo>
                <a:cubicBezTo>
                  <a:pt x="5818444" y="2355546"/>
                  <a:pt x="5878134" y="2121866"/>
                  <a:pt x="5953064" y="1846276"/>
                </a:cubicBezTo>
                <a:cubicBezTo>
                  <a:pt x="5994974" y="1687526"/>
                  <a:pt x="5969574" y="1615136"/>
                  <a:pt x="5846384" y="1571956"/>
                </a:cubicBezTo>
                <a:cubicBezTo>
                  <a:pt x="5711764" y="1563066"/>
                  <a:pt x="5672394" y="1597356"/>
                  <a:pt x="5629214" y="1770076"/>
                </a:cubicBezTo>
                <a:cubicBezTo>
                  <a:pt x="5644454" y="1858976"/>
                  <a:pt x="4851974" y="4599636"/>
                  <a:pt x="4867214" y="4688536"/>
                </a:cubicBezTo>
                <a:cubicBezTo>
                  <a:pt x="4832289" y="4824426"/>
                  <a:pt x="4898964" y="4880306"/>
                  <a:pt x="4966274" y="4905706"/>
                </a:cubicBezTo>
                <a:cubicBezTo>
                  <a:pt x="5075494" y="4904436"/>
                  <a:pt x="5132009" y="4917136"/>
                  <a:pt x="5187254" y="4757116"/>
                </a:cubicBezTo>
                <a:lnTo>
                  <a:pt x="5431094" y="3842716"/>
                </a:lnTo>
                <a:cubicBezTo>
                  <a:pt x="5455224" y="3756356"/>
                  <a:pt x="5528884" y="3692856"/>
                  <a:pt x="5659694" y="3713176"/>
                </a:cubicBezTo>
                <a:cubicBezTo>
                  <a:pt x="5803204" y="3791916"/>
                  <a:pt x="5756214" y="3882086"/>
                  <a:pt x="5758754" y="3926536"/>
                </a:cubicBezTo>
                <a:lnTo>
                  <a:pt x="5002015" y="6887938"/>
                </a:lnTo>
                <a:lnTo>
                  <a:pt x="0" y="689679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anchor="ctr"/>
          <a:lstStyle>
            <a:lvl1pPr algn="ctr">
              <a:defRPr baseline="-25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1A56017-320A-546E-A749-7145642CB96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70326" y="3748958"/>
            <a:ext cx="4786878" cy="2258013"/>
          </a:xfrm>
        </p:spPr>
        <p:txBody>
          <a:bodyPr lIns="91440" tIns="0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None/>
              <a:defRPr sz="1600">
                <a:solidFill>
                  <a:schemeClr val="bg1"/>
                </a:solidFill>
              </a:defRPr>
            </a:lvl1pPr>
            <a:lvl2pPr marL="274320" indent="-274320">
              <a:buFont typeface="Courier New" panose="02070309020205020404" pitchFamily="49" charset="0"/>
              <a:buChar char="o"/>
              <a:defRPr sz="1200">
                <a:solidFill>
                  <a:schemeClr val="bg1"/>
                </a:solidFill>
              </a:defRPr>
            </a:lvl2pPr>
            <a:lvl3pPr marL="274320" indent="-274320">
              <a:buFont typeface="Courier New" panose="02070309020205020404" pitchFamily="49" charset="0"/>
              <a:buChar char="o"/>
              <a:defRPr sz="1050">
                <a:solidFill>
                  <a:schemeClr val="bg1"/>
                </a:solidFill>
              </a:defRPr>
            </a:lvl3pPr>
            <a:lvl4pPr marL="274320" indent="-274320">
              <a:buFont typeface="Courier New" panose="02070309020205020404" pitchFamily="49" charset="0"/>
              <a:buChar char="o"/>
              <a:defRPr sz="1050">
                <a:solidFill>
                  <a:schemeClr val="bg1"/>
                </a:solidFill>
              </a:defRPr>
            </a:lvl4pPr>
            <a:lvl5pPr marL="274320" indent="-274320">
              <a:buFont typeface="Courier New" panose="02070309020205020404" pitchFamily="49" charset="0"/>
              <a:buChar char="o"/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46274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Add title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8">
            <a:extLst>
              <a:ext uri="{FF2B5EF4-FFF2-40B4-BE49-F238E27FC236}">
                <a16:creationId xmlns:a16="http://schemas.microsoft.com/office/drawing/2014/main" id="{16BCAC9C-7B8B-A7E5-574A-2C2D473655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3051" y="6221324"/>
            <a:ext cx="6818262" cy="365125"/>
          </a:xfrm>
          <a:prstGeom prst="rect">
            <a:avLst/>
          </a:prstGeom>
        </p:spPr>
        <p:txBody>
          <a:bodyPr/>
          <a:lstStyle>
            <a:lvl1pPr>
              <a:defRPr sz="11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Add footer here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E44D41BF-45CF-B60E-08D3-A8C49332E5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30596" y="6221324"/>
            <a:ext cx="617912" cy="365125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232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9" r:id="rId5"/>
    <p:sldLayoutId id="2147483746" r:id="rId6"/>
    <p:sldLayoutId id="2147483747" r:id="rId7"/>
    <p:sldLayoutId id="2147483748" r:id="rId8"/>
    <p:sldLayoutId id="2147483750" r:id="rId9"/>
    <p:sldLayoutId id="2147483756" r:id="rId10"/>
    <p:sldLayoutId id="2147483751" r:id="rId11"/>
    <p:sldLayoutId id="2147483752" r:id="rId12"/>
    <p:sldLayoutId id="2147483754" r:id="rId13"/>
    <p:sldLayoutId id="2147483755" r:id="rId14"/>
    <p:sldLayoutId id="2147483753" r:id="rId1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itle 94">
            <a:extLst>
              <a:ext uri="{FF2B5EF4-FFF2-40B4-BE49-F238E27FC236}">
                <a16:creationId xmlns:a16="http://schemas.microsoft.com/office/drawing/2014/main" id="{7643F50D-950F-5A7E-722A-79E4F5D315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19890" y="723440"/>
            <a:ext cx="4323426" cy="2579052"/>
          </a:xfrm>
        </p:spPr>
        <p:txBody>
          <a:bodyPr/>
          <a:lstStyle/>
          <a:p>
            <a:r>
              <a:rPr lang="en-US" dirty="0"/>
              <a:t>Cyber Security</a:t>
            </a:r>
          </a:p>
        </p:txBody>
      </p:sp>
      <p:sp>
        <p:nvSpPr>
          <p:cNvPr id="96" name="Subtitle 95">
            <a:extLst>
              <a:ext uri="{FF2B5EF4-FFF2-40B4-BE49-F238E27FC236}">
                <a16:creationId xmlns:a16="http://schemas.microsoft.com/office/drawing/2014/main" id="{1C5A4B6C-BAC7-A685-A9B1-2F354B1283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28152" y="5248834"/>
            <a:ext cx="4323426" cy="1008925"/>
          </a:xfrm>
        </p:spPr>
        <p:txBody>
          <a:bodyPr/>
          <a:lstStyle/>
          <a:p>
            <a:r>
              <a:rPr lang="en-US" dirty="0"/>
              <a:t>Presentation by: </a:t>
            </a:r>
          </a:p>
          <a:p>
            <a:r>
              <a:rPr lang="en-US" dirty="0"/>
              <a:t>Leong Hang Chang</a:t>
            </a:r>
          </a:p>
        </p:txBody>
      </p:sp>
      <p:sp>
        <p:nvSpPr>
          <p:cNvPr id="97" name="Text Placeholder 96">
            <a:extLst>
              <a:ext uri="{FF2B5EF4-FFF2-40B4-BE49-F238E27FC236}">
                <a16:creationId xmlns:a16="http://schemas.microsoft.com/office/drawing/2014/main" id="{2A924E96-9B1C-6D19-49F6-49CA70E655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19274" y="3373515"/>
            <a:ext cx="4323426" cy="1008926"/>
          </a:xfrm>
        </p:spPr>
        <p:txBody>
          <a:bodyPr/>
          <a:lstStyle/>
          <a:p>
            <a:r>
              <a:rPr lang="en-US" dirty="0"/>
              <a:t>Ransom</a:t>
            </a:r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D96C8D99-3232-849B-9CC8-6E4982208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507757" y="-11160"/>
            <a:ext cx="2553080" cy="6858841"/>
          </a:xfrm>
          <a:custGeom>
            <a:avLst/>
            <a:gdLst>
              <a:gd name="connsiteX0" fmla="*/ 2526446 w 2553080"/>
              <a:gd name="connsiteY0" fmla="*/ 0 h 6858841"/>
              <a:gd name="connsiteX1" fmla="*/ 1707127 w 2553080"/>
              <a:gd name="connsiteY1" fmla="*/ 3182290 h 6858841"/>
              <a:gd name="connsiteX2" fmla="*/ 1365955 w 2553080"/>
              <a:gd name="connsiteY2" fmla="*/ 4453431 h 6858841"/>
              <a:gd name="connsiteX3" fmla="*/ 1182052 w 2553080"/>
              <a:gd name="connsiteY3" fmla="*/ 4538343 h 6858841"/>
              <a:gd name="connsiteX4" fmla="*/ 1070442 w 2553080"/>
              <a:gd name="connsiteY4" fmla="*/ 4344440 h 6858841"/>
              <a:gd name="connsiteX5" fmla="*/ 1329175 w 2553080"/>
              <a:gd name="connsiteY5" fmla="*/ 3390133 h 6858841"/>
              <a:gd name="connsiteX6" fmla="*/ 1311418 w 2553080"/>
              <a:gd name="connsiteY6" fmla="*/ 3250726 h 6858841"/>
              <a:gd name="connsiteX7" fmla="*/ 1199808 w 2553080"/>
              <a:gd name="connsiteY7" fmla="*/ 3164547 h 6858841"/>
              <a:gd name="connsiteX8" fmla="*/ 975320 w 2553080"/>
              <a:gd name="connsiteY8" fmla="*/ 3293816 h 6858841"/>
              <a:gd name="connsiteX9" fmla="*/ 582148 w 2553080"/>
              <a:gd name="connsiteY9" fmla="*/ 4743652 h 6858841"/>
              <a:gd name="connsiteX10" fmla="*/ 5073 w 2553080"/>
              <a:gd name="connsiteY10" fmla="*/ 6842367 h 6858841"/>
              <a:gd name="connsiteX11" fmla="*/ 0 w 2553080"/>
              <a:gd name="connsiteY11" fmla="*/ 6858842 h 6858841"/>
              <a:gd name="connsiteX12" fmla="*/ 26634 w 2553080"/>
              <a:gd name="connsiteY12" fmla="*/ 6858842 h 6858841"/>
              <a:gd name="connsiteX13" fmla="*/ 607514 w 2553080"/>
              <a:gd name="connsiteY13" fmla="*/ 4751256 h 6858841"/>
              <a:gd name="connsiteX14" fmla="*/ 1000686 w 2553080"/>
              <a:gd name="connsiteY14" fmla="*/ 3301420 h 6858841"/>
              <a:gd name="connsiteX15" fmla="*/ 1194735 w 2553080"/>
              <a:gd name="connsiteY15" fmla="*/ 3189894 h 6858841"/>
              <a:gd name="connsiteX16" fmla="*/ 1289857 w 2553080"/>
              <a:gd name="connsiteY16" fmla="*/ 3263399 h 6858841"/>
              <a:gd name="connsiteX17" fmla="*/ 1305077 w 2553080"/>
              <a:gd name="connsiteY17" fmla="*/ 3383797 h 6858841"/>
              <a:gd name="connsiteX18" fmla="*/ 1046345 w 2553080"/>
              <a:gd name="connsiteY18" fmla="*/ 4338103 h 6858841"/>
              <a:gd name="connsiteX19" fmla="*/ 1175711 w 2553080"/>
              <a:gd name="connsiteY19" fmla="*/ 4562423 h 6858841"/>
              <a:gd name="connsiteX20" fmla="*/ 1390053 w 2553080"/>
              <a:gd name="connsiteY20" fmla="*/ 4462303 h 6858841"/>
              <a:gd name="connsiteX21" fmla="*/ 1390053 w 2553080"/>
              <a:gd name="connsiteY21" fmla="*/ 4461035 h 6858841"/>
              <a:gd name="connsiteX22" fmla="*/ 1731225 w 2553080"/>
              <a:gd name="connsiteY22" fmla="*/ 3188627 h 6858841"/>
              <a:gd name="connsiteX23" fmla="*/ 2553081 w 2553080"/>
              <a:gd name="connsiteY23" fmla="*/ 1267 h 6858841"/>
              <a:gd name="connsiteX24" fmla="*/ 2526446 w 2553080"/>
              <a:gd name="connsiteY24" fmla="*/ 0 h 6858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553080" h="6858841">
                <a:moveTo>
                  <a:pt x="2526446" y="0"/>
                </a:moveTo>
                <a:lnTo>
                  <a:pt x="1707127" y="3182290"/>
                </a:lnTo>
                <a:lnTo>
                  <a:pt x="1365955" y="4453431"/>
                </a:lnTo>
                <a:cubicBezTo>
                  <a:pt x="1332979" y="4523135"/>
                  <a:pt x="1255613" y="4558621"/>
                  <a:pt x="1182052" y="4538343"/>
                </a:cubicBezTo>
                <a:cubicBezTo>
                  <a:pt x="1098345" y="4515531"/>
                  <a:pt x="1047613" y="4428085"/>
                  <a:pt x="1070442" y="4344440"/>
                </a:cubicBezTo>
                <a:lnTo>
                  <a:pt x="1329175" y="3390133"/>
                </a:lnTo>
                <a:cubicBezTo>
                  <a:pt x="1341858" y="3343242"/>
                  <a:pt x="1335516" y="3293816"/>
                  <a:pt x="1311418" y="3250726"/>
                </a:cubicBezTo>
                <a:cubicBezTo>
                  <a:pt x="1287321" y="3207637"/>
                  <a:pt x="1248004" y="3177220"/>
                  <a:pt x="1199808" y="3164547"/>
                </a:cubicBezTo>
                <a:cubicBezTo>
                  <a:pt x="1102150" y="3137933"/>
                  <a:pt x="1000686" y="3196230"/>
                  <a:pt x="975320" y="3293816"/>
                </a:cubicBezTo>
                <a:lnTo>
                  <a:pt x="582148" y="4743652"/>
                </a:lnTo>
                <a:lnTo>
                  <a:pt x="5073" y="6842367"/>
                </a:lnTo>
                <a:cubicBezTo>
                  <a:pt x="5073" y="6842367"/>
                  <a:pt x="1268" y="6855040"/>
                  <a:pt x="0" y="6858842"/>
                </a:cubicBezTo>
                <a:lnTo>
                  <a:pt x="26634" y="6858842"/>
                </a:lnTo>
                <a:lnTo>
                  <a:pt x="607514" y="4751256"/>
                </a:lnTo>
                <a:lnTo>
                  <a:pt x="1000686" y="3301420"/>
                </a:lnTo>
                <a:cubicBezTo>
                  <a:pt x="1023515" y="3217775"/>
                  <a:pt x="1111028" y="3167082"/>
                  <a:pt x="1194735" y="3189894"/>
                </a:cubicBezTo>
                <a:cubicBezTo>
                  <a:pt x="1235321" y="3201300"/>
                  <a:pt x="1269565" y="3226647"/>
                  <a:pt x="1289857" y="3263399"/>
                </a:cubicBezTo>
                <a:cubicBezTo>
                  <a:pt x="1311418" y="3300152"/>
                  <a:pt x="1316492" y="3341975"/>
                  <a:pt x="1305077" y="3383797"/>
                </a:cubicBezTo>
                <a:lnTo>
                  <a:pt x="1046345" y="4338103"/>
                </a:lnTo>
                <a:cubicBezTo>
                  <a:pt x="1019710" y="4435689"/>
                  <a:pt x="1078052" y="4537076"/>
                  <a:pt x="1175711" y="4562423"/>
                </a:cubicBezTo>
                <a:cubicBezTo>
                  <a:pt x="1261955" y="4585235"/>
                  <a:pt x="1352004" y="4543413"/>
                  <a:pt x="1390053" y="4462303"/>
                </a:cubicBezTo>
                <a:lnTo>
                  <a:pt x="1390053" y="4461035"/>
                </a:lnTo>
                <a:lnTo>
                  <a:pt x="1731225" y="3188627"/>
                </a:lnTo>
                <a:lnTo>
                  <a:pt x="2553081" y="1267"/>
                </a:lnTo>
                <a:cubicBezTo>
                  <a:pt x="2544203" y="0"/>
                  <a:pt x="2535325" y="0"/>
                  <a:pt x="2526446" y="0"/>
                </a:cubicBezTo>
                <a:close/>
              </a:path>
            </a:pathLst>
          </a:custGeom>
          <a:solidFill>
            <a:schemeClr val="accent1"/>
          </a:solidFill>
          <a:ln w="91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D8C173CB-D509-167F-0D58-E7496D211553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23773" r="23773"/>
          <a:stretch>
            <a:fillRect/>
          </a:stretch>
        </p:blipFill>
        <p:spPr>
          <a:xfrm>
            <a:off x="0" y="10318"/>
            <a:ext cx="5840730" cy="6862275"/>
          </a:xfrm>
          <a:custGeom>
            <a:avLst/>
            <a:gdLst>
              <a:gd name="connsiteX0" fmla="*/ 0 w 6064250"/>
              <a:gd name="connsiteY0" fmla="*/ 0 h 6877051"/>
              <a:gd name="connsiteX1" fmla="*/ 606425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6064250"/>
              <a:gd name="connsiteY0" fmla="*/ 0 h 6877051"/>
              <a:gd name="connsiteX1" fmla="*/ 584073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4028621 w 5840730"/>
              <a:gd name="connsiteY2" fmla="*/ 6887937 h 6887937"/>
              <a:gd name="connsiteX3" fmla="*/ 0 w 5840730"/>
              <a:gd name="connsiteY3" fmla="*/ 6877051 h 6887937"/>
              <a:gd name="connsiteX4" fmla="*/ 0 w 5840730"/>
              <a:gd name="connsiteY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028621 w 5840730"/>
              <a:gd name="connsiteY3" fmla="*/ 6887937 h 6887937"/>
              <a:gd name="connsiteX4" fmla="*/ 0 w 5840730"/>
              <a:gd name="connsiteY4" fmla="*/ 6877051 h 6887937"/>
              <a:gd name="connsiteX5" fmla="*/ 0 w 5840730"/>
              <a:gd name="connsiteY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028621 w 5840730"/>
              <a:gd name="connsiteY4" fmla="*/ 6887937 h 6887937"/>
              <a:gd name="connsiteX5" fmla="*/ 0 w 5840730"/>
              <a:gd name="connsiteY5" fmla="*/ 6877051 h 6887937"/>
              <a:gd name="connsiteX6" fmla="*/ 0 w 5840730"/>
              <a:gd name="connsiteY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785360 w 5840730"/>
              <a:gd name="connsiteY4" fmla="*/ 3926535 h 6887937"/>
              <a:gd name="connsiteX5" fmla="*/ 4028621 w 5840730"/>
              <a:gd name="connsiteY5" fmla="*/ 6887937 h 6887937"/>
              <a:gd name="connsiteX6" fmla="*/ 0 w 5840730"/>
              <a:gd name="connsiteY6" fmla="*/ 6877051 h 6887937"/>
              <a:gd name="connsiteX7" fmla="*/ 0 w 5840730"/>
              <a:gd name="connsiteY7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22520 w 5840730"/>
              <a:gd name="connsiteY5" fmla="*/ 3415995 h 6887937"/>
              <a:gd name="connsiteX6" fmla="*/ 4785360 w 5840730"/>
              <a:gd name="connsiteY6" fmla="*/ 3926535 h 6887937"/>
              <a:gd name="connsiteX7" fmla="*/ 4028621 w 5840730"/>
              <a:gd name="connsiteY7" fmla="*/ 6887937 h 6887937"/>
              <a:gd name="connsiteX8" fmla="*/ 0 w 5840730"/>
              <a:gd name="connsiteY8" fmla="*/ 6877051 h 6887937"/>
              <a:gd name="connsiteX9" fmla="*/ 0 w 5840730"/>
              <a:gd name="connsiteY9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4922520 w 5840730"/>
              <a:gd name="connsiteY6" fmla="*/ 341599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922520 w 5840730"/>
              <a:gd name="connsiteY7" fmla="*/ 341599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457700 w 5840730"/>
              <a:gd name="connsiteY7" fmla="*/ 384271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37760 w 5840730"/>
              <a:gd name="connsiteY5" fmla="*/ 16100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5681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33950 w 5840730"/>
              <a:gd name="connsiteY3" fmla="*/ 273781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61560 w 5840730"/>
              <a:gd name="connsiteY3" fmla="*/ 29435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42510 w 5840730"/>
              <a:gd name="connsiteY3" fmla="*/ 30197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560570 w 5840730"/>
              <a:gd name="connsiteY11" fmla="*/ 412084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09160 w 5840730"/>
              <a:gd name="connsiteY11" fmla="*/ 363316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840730" h="6887937">
                <a:moveTo>
                  <a:pt x="0" y="0"/>
                </a:moveTo>
                <a:lnTo>
                  <a:pt x="5840730" y="0"/>
                </a:lnTo>
                <a:lnTo>
                  <a:pt x="5090160" y="2775915"/>
                </a:lnTo>
                <a:cubicBezTo>
                  <a:pt x="5057140" y="2883865"/>
                  <a:pt x="5020310" y="2976575"/>
                  <a:pt x="4853940" y="2962605"/>
                </a:cubicBezTo>
                <a:cubicBezTo>
                  <a:pt x="4668520" y="2845765"/>
                  <a:pt x="4761230" y="2747975"/>
                  <a:pt x="4754880" y="2692095"/>
                </a:cubicBezTo>
                <a:cubicBezTo>
                  <a:pt x="4845050" y="2355545"/>
                  <a:pt x="4904740" y="2121865"/>
                  <a:pt x="4979670" y="1846275"/>
                </a:cubicBezTo>
                <a:cubicBezTo>
                  <a:pt x="5021580" y="1687525"/>
                  <a:pt x="4996180" y="1615135"/>
                  <a:pt x="4872990" y="1571955"/>
                </a:cubicBezTo>
                <a:cubicBezTo>
                  <a:pt x="4738370" y="1563065"/>
                  <a:pt x="4699000" y="1597355"/>
                  <a:pt x="4655820" y="1770075"/>
                </a:cubicBezTo>
                <a:cubicBezTo>
                  <a:pt x="4671060" y="1858975"/>
                  <a:pt x="3878580" y="4599635"/>
                  <a:pt x="3893820" y="4688535"/>
                </a:cubicBezTo>
                <a:cubicBezTo>
                  <a:pt x="3858895" y="4824425"/>
                  <a:pt x="3925570" y="4880305"/>
                  <a:pt x="3992880" y="4905705"/>
                </a:cubicBezTo>
                <a:cubicBezTo>
                  <a:pt x="4102100" y="4904435"/>
                  <a:pt x="4158615" y="4917135"/>
                  <a:pt x="4213860" y="4757115"/>
                </a:cubicBezTo>
                <a:lnTo>
                  <a:pt x="4457700" y="3842715"/>
                </a:lnTo>
                <a:cubicBezTo>
                  <a:pt x="4481830" y="3756355"/>
                  <a:pt x="4555490" y="3692855"/>
                  <a:pt x="4686300" y="3713175"/>
                </a:cubicBezTo>
                <a:cubicBezTo>
                  <a:pt x="4829810" y="3791915"/>
                  <a:pt x="4782820" y="3882085"/>
                  <a:pt x="4785360" y="3926535"/>
                </a:cubicBezTo>
                <a:lnTo>
                  <a:pt x="4028621" y="6887937"/>
                </a:lnTo>
                <a:lnTo>
                  <a:pt x="0" y="6877051"/>
                </a:lnTo>
                <a:lnTo>
                  <a:pt x="0" y="0"/>
                </a:lnTo>
                <a:close/>
              </a:path>
            </a:pathLst>
          </a:custGeom>
          <a:solidFill>
            <a:srgbClr val="E7E6E6"/>
          </a:solidFill>
        </p:spPr>
      </p:pic>
    </p:spTree>
    <p:extLst>
      <p:ext uri="{BB962C8B-B14F-4D97-AF65-F5344CB8AC3E}">
        <p14:creationId xmlns:p14="http://schemas.microsoft.com/office/powerpoint/2010/main" val="350397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92E10BC-24CF-FA22-F0EC-E5731180F9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4241" y="6290774"/>
            <a:ext cx="6637071" cy="365125"/>
          </a:xfrm>
        </p:spPr>
        <p:txBody>
          <a:bodyPr/>
          <a:lstStyle/>
          <a:p>
            <a:r>
              <a:rPr lang="en-US" dirty="0"/>
              <a:t>TEACH A COURSE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0F88C39-60B8-7163-0602-9B68A9FCDB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C51E62-7F55-3B6A-FF5F-39D8CFE741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6322" y="320040"/>
            <a:ext cx="6732237" cy="1017147"/>
          </a:xfrm>
        </p:spPr>
        <p:txBody>
          <a:bodyPr>
            <a:noAutofit/>
          </a:bodyPr>
          <a:lstStyle/>
          <a:p>
            <a:r>
              <a:rPr lang="en-US" dirty="0"/>
              <a:t>What is Cyber Security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ABC786-DACF-D63D-553F-4EDB8E95A2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24242" y="1749479"/>
            <a:ext cx="788639" cy="533400"/>
          </a:xfrm>
        </p:spPr>
        <p:txBody>
          <a:bodyPr/>
          <a:lstStyle/>
          <a:p>
            <a:r>
              <a:rPr lang="en-US" dirty="0"/>
              <a:t>o1.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F880F1A-5BCC-F84F-3EED-7FA660DEB3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24242" y="2378035"/>
            <a:ext cx="788639" cy="533400"/>
          </a:xfrm>
        </p:spPr>
        <p:txBody>
          <a:bodyPr/>
          <a:lstStyle/>
          <a:p>
            <a:r>
              <a:rPr lang="en-US" dirty="0"/>
              <a:t>o2.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BA4606E-0589-2AE6-3A39-D84CDB2487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24242" y="3006909"/>
            <a:ext cx="788639" cy="533400"/>
          </a:xfrm>
        </p:spPr>
        <p:txBody>
          <a:bodyPr/>
          <a:lstStyle/>
          <a:p>
            <a:r>
              <a:rPr lang="en-US" dirty="0"/>
              <a:t>o3.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0E7CD20-3130-C2BD-2379-6EB766F556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4242" y="3635783"/>
            <a:ext cx="788639" cy="533400"/>
          </a:xfrm>
        </p:spPr>
        <p:txBody>
          <a:bodyPr/>
          <a:lstStyle/>
          <a:p>
            <a:r>
              <a:rPr lang="en-US" dirty="0"/>
              <a:t>o4.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EC4E845-9A78-36A5-60F3-A22DFD93825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24242" y="4264656"/>
            <a:ext cx="788639" cy="533400"/>
          </a:xfrm>
        </p:spPr>
        <p:txBody>
          <a:bodyPr/>
          <a:lstStyle/>
          <a:p>
            <a:r>
              <a:rPr lang="en-US" dirty="0"/>
              <a:t>o5.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8B1A91E-7D63-4E15-B7EA-0453BC152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370364" y="-23539"/>
            <a:ext cx="2562565" cy="6885155"/>
            <a:chOff x="7370364" y="-23539"/>
            <a:chExt cx="2562565" cy="6885155"/>
          </a:xfrm>
        </p:grpSpPr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F0A32002-CC31-2B6D-7A5D-66EDF27611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7829202" y="5156615"/>
              <a:ext cx="878334" cy="1705001"/>
            </a:xfrm>
            <a:prstGeom prst="rect">
              <a:avLst/>
            </a:prstGeom>
          </p:spPr>
        </p:pic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19D6ED2-972A-D3E9-ADCE-6524C82786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70364" y="-23539"/>
              <a:ext cx="2562565" cy="6884359"/>
            </a:xfrm>
            <a:custGeom>
              <a:avLst/>
              <a:gdLst>
                <a:gd name="connsiteX0" fmla="*/ 2535833 w 2562565"/>
                <a:gd name="connsiteY0" fmla="*/ 0 h 6884359"/>
                <a:gd name="connsiteX1" fmla="*/ 2106829 w 2562565"/>
                <a:gd name="connsiteY1" fmla="*/ 1564627 h 6884359"/>
                <a:gd name="connsiteX2" fmla="*/ 1764389 w 2562565"/>
                <a:gd name="connsiteY2" fmla="*/ 2840498 h 6884359"/>
                <a:gd name="connsiteX3" fmla="*/ 1579803 w 2562565"/>
                <a:gd name="connsiteY3" fmla="*/ 2925726 h 6884359"/>
                <a:gd name="connsiteX4" fmla="*/ 1467779 w 2562565"/>
                <a:gd name="connsiteY4" fmla="*/ 2731101 h 6884359"/>
                <a:gd name="connsiteX5" fmla="*/ 1727472 w 2562565"/>
                <a:gd name="connsiteY5" fmla="*/ 1773244 h 6884359"/>
                <a:gd name="connsiteX6" fmla="*/ 1709650 w 2562565"/>
                <a:gd name="connsiteY6" fmla="*/ 1633318 h 6884359"/>
                <a:gd name="connsiteX7" fmla="*/ 1597625 w 2562565"/>
                <a:gd name="connsiteY7" fmla="*/ 1546818 h 6884359"/>
                <a:gd name="connsiteX8" fmla="*/ 1372303 w 2562565"/>
                <a:gd name="connsiteY8" fmla="*/ 1676568 h 6884359"/>
                <a:gd name="connsiteX9" fmla="*/ 977670 w 2562565"/>
                <a:gd name="connsiteY9" fmla="*/ 3131798 h 6884359"/>
                <a:gd name="connsiteX10" fmla="*/ 5092 w 2562565"/>
                <a:gd name="connsiteY10" fmla="*/ 6867823 h 6884359"/>
                <a:gd name="connsiteX11" fmla="*/ 0 w 2562565"/>
                <a:gd name="connsiteY11" fmla="*/ 6884360 h 6884359"/>
                <a:gd name="connsiteX12" fmla="*/ 26733 w 2562565"/>
                <a:gd name="connsiteY12" fmla="*/ 6884360 h 6884359"/>
                <a:gd name="connsiteX13" fmla="*/ 1003131 w 2562565"/>
                <a:gd name="connsiteY13" fmla="*/ 3139431 h 6884359"/>
                <a:gd name="connsiteX14" fmla="*/ 1397763 w 2562565"/>
                <a:gd name="connsiteY14" fmla="*/ 1684200 h 6884359"/>
                <a:gd name="connsiteX15" fmla="*/ 1592533 w 2562565"/>
                <a:gd name="connsiteY15" fmla="*/ 1572259 h 6884359"/>
                <a:gd name="connsiteX16" fmla="*/ 1688009 w 2562565"/>
                <a:gd name="connsiteY16" fmla="*/ 1646039 h 6884359"/>
                <a:gd name="connsiteX17" fmla="*/ 1703285 w 2562565"/>
                <a:gd name="connsiteY17" fmla="*/ 1766884 h 6884359"/>
                <a:gd name="connsiteX18" fmla="*/ 1443591 w 2562565"/>
                <a:gd name="connsiteY18" fmla="*/ 2724741 h 6884359"/>
                <a:gd name="connsiteX19" fmla="*/ 1573438 w 2562565"/>
                <a:gd name="connsiteY19" fmla="*/ 2949894 h 6884359"/>
                <a:gd name="connsiteX20" fmla="*/ 1788577 w 2562565"/>
                <a:gd name="connsiteY20" fmla="*/ 2849402 h 6884359"/>
                <a:gd name="connsiteX21" fmla="*/ 1788577 w 2562565"/>
                <a:gd name="connsiteY21" fmla="*/ 2848130 h 6884359"/>
                <a:gd name="connsiteX22" fmla="*/ 2131016 w 2562565"/>
                <a:gd name="connsiteY22" fmla="*/ 1570987 h 6884359"/>
                <a:gd name="connsiteX23" fmla="*/ 2562566 w 2562565"/>
                <a:gd name="connsiteY23" fmla="*/ 1272 h 6884359"/>
                <a:gd name="connsiteX24" fmla="*/ 2535833 w 2562565"/>
                <a:gd name="connsiteY24" fmla="*/ 0 h 6884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562565" h="6884359">
                  <a:moveTo>
                    <a:pt x="2535833" y="0"/>
                  </a:moveTo>
                  <a:lnTo>
                    <a:pt x="2106829" y="1564627"/>
                  </a:lnTo>
                  <a:lnTo>
                    <a:pt x="1764389" y="2840498"/>
                  </a:lnTo>
                  <a:cubicBezTo>
                    <a:pt x="1731291" y="2910461"/>
                    <a:pt x="1653638" y="2946078"/>
                    <a:pt x="1579803" y="2925726"/>
                  </a:cubicBezTo>
                  <a:cubicBezTo>
                    <a:pt x="1495785" y="2902829"/>
                    <a:pt x="1444864" y="2815057"/>
                    <a:pt x="1467779" y="2731101"/>
                  </a:cubicBezTo>
                  <a:lnTo>
                    <a:pt x="1727472" y="1773244"/>
                  </a:lnTo>
                  <a:cubicBezTo>
                    <a:pt x="1740202" y="1726178"/>
                    <a:pt x="1733837" y="1676568"/>
                    <a:pt x="1709650" y="1633318"/>
                  </a:cubicBezTo>
                  <a:cubicBezTo>
                    <a:pt x="1685463" y="1590068"/>
                    <a:pt x="1646000" y="1559539"/>
                    <a:pt x="1597625" y="1546818"/>
                  </a:cubicBezTo>
                  <a:cubicBezTo>
                    <a:pt x="1499604" y="1520105"/>
                    <a:pt x="1397763" y="1578620"/>
                    <a:pt x="1372303" y="1676568"/>
                  </a:cubicBezTo>
                  <a:lnTo>
                    <a:pt x="977670" y="3131798"/>
                  </a:lnTo>
                  <a:lnTo>
                    <a:pt x="5092" y="6867823"/>
                  </a:lnTo>
                  <a:cubicBezTo>
                    <a:pt x="5092" y="6867823"/>
                    <a:pt x="1273" y="6880544"/>
                    <a:pt x="0" y="6884360"/>
                  </a:cubicBezTo>
                  <a:lnTo>
                    <a:pt x="26733" y="6884360"/>
                  </a:lnTo>
                  <a:lnTo>
                    <a:pt x="1003131" y="3139431"/>
                  </a:lnTo>
                  <a:lnTo>
                    <a:pt x="1397763" y="1684200"/>
                  </a:lnTo>
                  <a:cubicBezTo>
                    <a:pt x="1420677" y="1600245"/>
                    <a:pt x="1508515" y="1549363"/>
                    <a:pt x="1592533" y="1572259"/>
                  </a:cubicBezTo>
                  <a:cubicBezTo>
                    <a:pt x="1633270" y="1583708"/>
                    <a:pt x="1667641" y="1609149"/>
                    <a:pt x="1688009" y="1646039"/>
                  </a:cubicBezTo>
                  <a:cubicBezTo>
                    <a:pt x="1709650" y="1682928"/>
                    <a:pt x="1714742" y="1724906"/>
                    <a:pt x="1703285" y="1766884"/>
                  </a:cubicBezTo>
                  <a:lnTo>
                    <a:pt x="1443591" y="2724741"/>
                  </a:lnTo>
                  <a:cubicBezTo>
                    <a:pt x="1416858" y="2822689"/>
                    <a:pt x="1475417" y="2924453"/>
                    <a:pt x="1573438" y="2949894"/>
                  </a:cubicBezTo>
                  <a:cubicBezTo>
                    <a:pt x="1660003" y="2972792"/>
                    <a:pt x="1750386" y="2930814"/>
                    <a:pt x="1788577" y="2849402"/>
                  </a:cubicBezTo>
                  <a:lnTo>
                    <a:pt x="1788577" y="2848130"/>
                  </a:lnTo>
                  <a:lnTo>
                    <a:pt x="2131016" y="1570987"/>
                  </a:lnTo>
                  <a:lnTo>
                    <a:pt x="2562566" y="1272"/>
                  </a:lnTo>
                  <a:cubicBezTo>
                    <a:pt x="2553655" y="0"/>
                    <a:pt x="2544744" y="0"/>
                    <a:pt x="2535833" y="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pic>
        <p:nvPicPr>
          <p:cNvPr id="32" name="Picture Placeholder 31">
            <a:extLst>
              <a:ext uri="{FF2B5EF4-FFF2-40B4-BE49-F238E27FC236}">
                <a16:creationId xmlns:a16="http://schemas.microsoft.com/office/drawing/2014/main" id="{C16A867D-2C66-E4CA-A9B4-B0A324DBF26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30860" r="30860"/>
          <a:stretch>
            <a:fillRect/>
          </a:stretch>
        </p:blipFill>
        <p:spPr>
          <a:custGeom>
            <a:avLst/>
            <a:gdLst>
              <a:gd name="connsiteX0" fmla="*/ 0 w 6064250"/>
              <a:gd name="connsiteY0" fmla="*/ 0 h 6877051"/>
              <a:gd name="connsiteX1" fmla="*/ 606425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6064250"/>
              <a:gd name="connsiteY0" fmla="*/ 0 h 6877051"/>
              <a:gd name="connsiteX1" fmla="*/ 5840730 w 6064250"/>
              <a:gd name="connsiteY1" fmla="*/ 0 h 6877051"/>
              <a:gd name="connsiteX2" fmla="*/ 6064250 w 6064250"/>
              <a:gd name="connsiteY2" fmla="*/ 6877051 h 6877051"/>
              <a:gd name="connsiteX3" fmla="*/ 0 w 6064250"/>
              <a:gd name="connsiteY3" fmla="*/ 6877051 h 6877051"/>
              <a:gd name="connsiteX4" fmla="*/ 0 w 6064250"/>
              <a:gd name="connsiteY4" fmla="*/ 0 h 6877051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4028621 w 5840730"/>
              <a:gd name="connsiteY2" fmla="*/ 6887937 h 6887937"/>
              <a:gd name="connsiteX3" fmla="*/ 0 w 5840730"/>
              <a:gd name="connsiteY3" fmla="*/ 6877051 h 6887937"/>
              <a:gd name="connsiteX4" fmla="*/ 0 w 5840730"/>
              <a:gd name="connsiteY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028621 w 5840730"/>
              <a:gd name="connsiteY3" fmla="*/ 6887937 h 6887937"/>
              <a:gd name="connsiteX4" fmla="*/ 0 w 5840730"/>
              <a:gd name="connsiteY4" fmla="*/ 6877051 h 6887937"/>
              <a:gd name="connsiteX5" fmla="*/ 0 w 5840730"/>
              <a:gd name="connsiteY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028621 w 5840730"/>
              <a:gd name="connsiteY4" fmla="*/ 6887937 h 6887937"/>
              <a:gd name="connsiteX5" fmla="*/ 0 w 5840730"/>
              <a:gd name="connsiteY5" fmla="*/ 6877051 h 6887937"/>
              <a:gd name="connsiteX6" fmla="*/ 0 w 5840730"/>
              <a:gd name="connsiteY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785360 w 5840730"/>
              <a:gd name="connsiteY4" fmla="*/ 3926535 h 6887937"/>
              <a:gd name="connsiteX5" fmla="*/ 4028621 w 5840730"/>
              <a:gd name="connsiteY5" fmla="*/ 6887937 h 6887937"/>
              <a:gd name="connsiteX6" fmla="*/ 0 w 5840730"/>
              <a:gd name="connsiteY6" fmla="*/ 6877051 h 6887937"/>
              <a:gd name="connsiteX7" fmla="*/ 0 w 5840730"/>
              <a:gd name="connsiteY7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91100 w 5840730"/>
              <a:gd name="connsiteY3" fmla="*/ 313405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22520 w 5840730"/>
              <a:gd name="connsiteY4" fmla="*/ 3415995 h 6887937"/>
              <a:gd name="connsiteX5" fmla="*/ 4785360 w 5840730"/>
              <a:gd name="connsiteY5" fmla="*/ 3926535 h 6887937"/>
              <a:gd name="connsiteX6" fmla="*/ 4028621 w 5840730"/>
              <a:gd name="connsiteY6" fmla="*/ 6887937 h 6887937"/>
              <a:gd name="connsiteX7" fmla="*/ 0 w 5840730"/>
              <a:gd name="connsiteY7" fmla="*/ 6877051 h 6887937"/>
              <a:gd name="connsiteX8" fmla="*/ 0 w 5840730"/>
              <a:gd name="connsiteY8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22520 w 5840730"/>
              <a:gd name="connsiteY5" fmla="*/ 3415995 h 6887937"/>
              <a:gd name="connsiteX6" fmla="*/ 4785360 w 5840730"/>
              <a:gd name="connsiteY6" fmla="*/ 3926535 h 6887937"/>
              <a:gd name="connsiteX7" fmla="*/ 4028621 w 5840730"/>
              <a:gd name="connsiteY7" fmla="*/ 6887937 h 6887937"/>
              <a:gd name="connsiteX8" fmla="*/ 0 w 5840730"/>
              <a:gd name="connsiteY8" fmla="*/ 6877051 h 6887937"/>
              <a:gd name="connsiteX9" fmla="*/ 0 w 5840730"/>
              <a:gd name="connsiteY9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4922520 w 5840730"/>
              <a:gd name="connsiteY6" fmla="*/ 341599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922520 w 5840730"/>
              <a:gd name="connsiteY7" fmla="*/ 341599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457700 w 5840730"/>
              <a:gd name="connsiteY7" fmla="*/ 384271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655820 w 5840730"/>
              <a:gd name="connsiteY5" fmla="*/ 1770075 h 6887937"/>
              <a:gd name="connsiteX6" fmla="*/ 3901440 w 5840730"/>
              <a:gd name="connsiteY6" fmla="*/ 469615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937760 w 5840730"/>
              <a:gd name="connsiteY5" fmla="*/ 16100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95850 w 5840730"/>
              <a:gd name="connsiteY5" fmla="*/ 160243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5006340 w 5840730"/>
              <a:gd name="connsiteY4" fmla="*/ 182341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94910 w 5840730"/>
              <a:gd name="connsiteY4" fmla="*/ 185770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56810 w 5840730"/>
              <a:gd name="connsiteY4" fmla="*/ 186532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754880 w 5840730"/>
              <a:gd name="connsiteY3" fmla="*/ 2692095 h 6887937"/>
              <a:gd name="connsiteX4" fmla="*/ 4979670 w 5840730"/>
              <a:gd name="connsiteY4" fmla="*/ 1846275 h 6887937"/>
              <a:gd name="connsiteX5" fmla="*/ 4872990 w 5840730"/>
              <a:gd name="connsiteY5" fmla="*/ 1571955 h 6887937"/>
              <a:gd name="connsiteX6" fmla="*/ 4655820 w 5840730"/>
              <a:gd name="connsiteY6" fmla="*/ 1770075 h 6887937"/>
              <a:gd name="connsiteX7" fmla="*/ 3901440 w 5840730"/>
              <a:gd name="connsiteY7" fmla="*/ 469615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933950 w 5840730"/>
              <a:gd name="connsiteY3" fmla="*/ 273781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61560 w 5840730"/>
              <a:gd name="connsiteY3" fmla="*/ 29435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42510 w 5840730"/>
              <a:gd name="connsiteY3" fmla="*/ 301975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560570 w 5840730"/>
              <a:gd name="connsiteY11" fmla="*/ 412084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709160 w 5840730"/>
              <a:gd name="connsiteY11" fmla="*/ 363316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901440 w 5840730"/>
              <a:gd name="connsiteY8" fmla="*/ 469615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872990 w 5840730"/>
              <a:gd name="connsiteY6" fmla="*/ 1571955 h 6887937"/>
              <a:gd name="connsiteX7" fmla="*/ 4655820 w 5840730"/>
              <a:gd name="connsiteY7" fmla="*/ 1770075 h 6887937"/>
              <a:gd name="connsiteX8" fmla="*/ 3893820 w 5840730"/>
              <a:gd name="connsiteY8" fmla="*/ 4688535 h 6887937"/>
              <a:gd name="connsiteX9" fmla="*/ 3992880 w 5840730"/>
              <a:gd name="connsiteY9" fmla="*/ 4905705 h 6887937"/>
              <a:gd name="connsiteX10" fmla="*/ 4213860 w 5840730"/>
              <a:gd name="connsiteY10" fmla="*/ 4757115 h 6887937"/>
              <a:gd name="connsiteX11" fmla="*/ 4457700 w 5840730"/>
              <a:gd name="connsiteY11" fmla="*/ 3842715 h 6887937"/>
              <a:gd name="connsiteX12" fmla="*/ 4686300 w 5840730"/>
              <a:gd name="connsiteY12" fmla="*/ 3713175 h 6887937"/>
              <a:gd name="connsiteX13" fmla="*/ 4785360 w 5840730"/>
              <a:gd name="connsiteY13" fmla="*/ 3926535 h 6887937"/>
              <a:gd name="connsiteX14" fmla="*/ 4028621 w 5840730"/>
              <a:gd name="connsiteY14" fmla="*/ 6887937 h 6887937"/>
              <a:gd name="connsiteX15" fmla="*/ 0 w 5840730"/>
              <a:gd name="connsiteY15" fmla="*/ 6877051 h 6887937"/>
              <a:gd name="connsiteX16" fmla="*/ 0 w 5840730"/>
              <a:gd name="connsiteY16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4655820 w 5840730"/>
              <a:gd name="connsiteY6" fmla="*/ 1770075 h 6887937"/>
              <a:gd name="connsiteX7" fmla="*/ 3893820 w 5840730"/>
              <a:gd name="connsiteY7" fmla="*/ 4688535 h 6887937"/>
              <a:gd name="connsiteX8" fmla="*/ 3992880 w 5840730"/>
              <a:gd name="connsiteY8" fmla="*/ 4905705 h 6887937"/>
              <a:gd name="connsiteX9" fmla="*/ 4213860 w 5840730"/>
              <a:gd name="connsiteY9" fmla="*/ 4757115 h 6887937"/>
              <a:gd name="connsiteX10" fmla="*/ 4457700 w 5840730"/>
              <a:gd name="connsiteY10" fmla="*/ 3842715 h 6887937"/>
              <a:gd name="connsiteX11" fmla="*/ 4686300 w 5840730"/>
              <a:gd name="connsiteY11" fmla="*/ 3713175 h 6887937"/>
              <a:gd name="connsiteX12" fmla="*/ 4785360 w 5840730"/>
              <a:gd name="connsiteY12" fmla="*/ 3926535 h 6887937"/>
              <a:gd name="connsiteX13" fmla="*/ 4028621 w 5840730"/>
              <a:gd name="connsiteY13" fmla="*/ 6887937 h 6887937"/>
              <a:gd name="connsiteX14" fmla="*/ 0 w 5840730"/>
              <a:gd name="connsiteY14" fmla="*/ 6877051 h 6887937"/>
              <a:gd name="connsiteX15" fmla="*/ 0 w 5840730"/>
              <a:gd name="connsiteY15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4979670 w 5840730"/>
              <a:gd name="connsiteY5" fmla="*/ 1846275 h 6887937"/>
              <a:gd name="connsiteX6" fmla="*/ 3893820 w 5840730"/>
              <a:gd name="connsiteY6" fmla="*/ 4688535 h 6887937"/>
              <a:gd name="connsiteX7" fmla="*/ 3992880 w 5840730"/>
              <a:gd name="connsiteY7" fmla="*/ 4905705 h 6887937"/>
              <a:gd name="connsiteX8" fmla="*/ 4213860 w 5840730"/>
              <a:gd name="connsiteY8" fmla="*/ 4757115 h 6887937"/>
              <a:gd name="connsiteX9" fmla="*/ 4457700 w 5840730"/>
              <a:gd name="connsiteY9" fmla="*/ 3842715 h 6887937"/>
              <a:gd name="connsiteX10" fmla="*/ 4686300 w 5840730"/>
              <a:gd name="connsiteY10" fmla="*/ 3713175 h 6887937"/>
              <a:gd name="connsiteX11" fmla="*/ 4785360 w 5840730"/>
              <a:gd name="connsiteY11" fmla="*/ 3926535 h 6887937"/>
              <a:gd name="connsiteX12" fmla="*/ 4028621 w 5840730"/>
              <a:gd name="connsiteY12" fmla="*/ 6887937 h 6887937"/>
              <a:gd name="connsiteX13" fmla="*/ 0 w 5840730"/>
              <a:gd name="connsiteY13" fmla="*/ 6877051 h 6887937"/>
              <a:gd name="connsiteX14" fmla="*/ 0 w 5840730"/>
              <a:gd name="connsiteY14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4754880 w 5840730"/>
              <a:gd name="connsiteY4" fmla="*/ 2692095 h 6887937"/>
              <a:gd name="connsiteX5" fmla="*/ 3893820 w 5840730"/>
              <a:gd name="connsiteY5" fmla="*/ 4688535 h 6887937"/>
              <a:gd name="connsiteX6" fmla="*/ 3992880 w 5840730"/>
              <a:gd name="connsiteY6" fmla="*/ 4905705 h 6887937"/>
              <a:gd name="connsiteX7" fmla="*/ 4213860 w 5840730"/>
              <a:gd name="connsiteY7" fmla="*/ 4757115 h 6887937"/>
              <a:gd name="connsiteX8" fmla="*/ 4457700 w 5840730"/>
              <a:gd name="connsiteY8" fmla="*/ 3842715 h 6887937"/>
              <a:gd name="connsiteX9" fmla="*/ 4686300 w 5840730"/>
              <a:gd name="connsiteY9" fmla="*/ 3713175 h 6887937"/>
              <a:gd name="connsiteX10" fmla="*/ 4785360 w 5840730"/>
              <a:gd name="connsiteY10" fmla="*/ 3926535 h 6887937"/>
              <a:gd name="connsiteX11" fmla="*/ 4028621 w 5840730"/>
              <a:gd name="connsiteY11" fmla="*/ 6887937 h 6887937"/>
              <a:gd name="connsiteX12" fmla="*/ 0 w 5840730"/>
              <a:gd name="connsiteY12" fmla="*/ 6877051 h 6887937"/>
              <a:gd name="connsiteX13" fmla="*/ 0 w 5840730"/>
              <a:gd name="connsiteY13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4853940 w 5840730"/>
              <a:gd name="connsiteY3" fmla="*/ 2962605 h 6887937"/>
              <a:gd name="connsiteX4" fmla="*/ 3893820 w 5840730"/>
              <a:gd name="connsiteY4" fmla="*/ 4688535 h 6887937"/>
              <a:gd name="connsiteX5" fmla="*/ 3992880 w 5840730"/>
              <a:gd name="connsiteY5" fmla="*/ 4905705 h 6887937"/>
              <a:gd name="connsiteX6" fmla="*/ 4213860 w 5840730"/>
              <a:gd name="connsiteY6" fmla="*/ 4757115 h 6887937"/>
              <a:gd name="connsiteX7" fmla="*/ 4457700 w 5840730"/>
              <a:gd name="connsiteY7" fmla="*/ 3842715 h 6887937"/>
              <a:gd name="connsiteX8" fmla="*/ 4686300 w 5840730"/>
              <a:gd name="connsiteY8" fmla="*/ 3713175 h 6887937"/>
              <a:gd name="connsiteX9" fmla="*/ 4785360 w 5840730"/>
              <a:gd name="connsiteY9" fmla="*/ 3926535 h 6887937"/>
              <a:gd name="connsiteX10" fmla="*/ 4028621 w 5840730"/>
              <a:gd name="connsiteY10" fmla="*/ 6887937 h 6887937"/>
              <a:gd name="connsiteX11" fmla="*/ 0 w 5840730"/>
              <a:gd name="connsiteY11" fmla="*/ 6877051 h 6887937"/>
              <a:gd name="connsiteX12" fmla="*/ 0 w 5840730"/>
              <a:gd name="connsiteY12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5090160 w 5840730"/>
              <a:gd name="connsiteY2" fmla="*/ 2775915 h 6887937"/>
              <a:gd name="connsiteX3" fmla="*/ 3893820 w 5840730"/>
              <a:gd name="connsiteY3" fmla="*/ 4688535 h 6887937"/>
              <a:gd name="connsiteX4" fmla="*/ 3992880 w 5840730"/>
              <a:gd name="connsiteY4" fmla="*/ 4905705 h 6887937"/>
              <a:gd name="connsiteX5" fmla="*/ 4213860 w 5840730"/>
              <a:gd name="connsiteY5" fmla="*/ 4757115 h 6887937"/>
              <a:gd name="connsiteX6" fmla="*/ 4457700 w 5840730"/>
              <a:gd name="connsiteY6" fmla="*/ 3842715 h 6887937"/>
              <a:gd name="connsiteX7" fmla="*/ 4686300 w 5840730"/>
              <a:gd name="connsiteY7" fmla="*/ 3713175 h 6887937"/>
              <a:gd name="connsiteX8" fmla="*/ 4785360 w 5840730"/>
              <a:gd name="connsiteY8" fmla="*/ 3926535 h 6887937"/>
              <a:gd name="connsiteX9" fmla="*/ 4028621 w 5840730"/>
              <a:gd name="connsiteY9" fmla="*/ 6887937 h 6887937"/>
              <a:gd name="connsiteX10" fmla="*/ 0 w 5840730"/>
              <a:gd name="connsiteY10" fmla="*/ 6877051 h 6887937"/>
              <a:gd name="connsiteX11" fmla="*/ 0 w 5840730"/>
              <a:gd name="connsiteY11" fmla="*/ 0 h 6887937"/>
              <a:gd name="connsiteX0" fmla="*/ 0 w 5840730"/>
              <a:gd name="connsiteY0" fmla="*/ 0 h 6887937"/>
              <a:gd name="connsiteX1" fmla="*/ 5840730 w 5840730"/>
              <a:gd name="connsiteY1" fmla="*/ 0 h 6887937"/>
              <a:gd name="connsiteX2" fmla="*/ 3893820 w 5840730"/>
              <a:gd name="connsiteY2" fmla="*/ 4688535 h 6887937"/>
              <a:gd name="connsiteX3" fmla="*/ 3992880 w 5840730"/>
              <a:gd name="connsiteY3" fmla="*/ 4905705 h 6887937"/>
              <a:gd name="connsiteX4" fmla="*/ 4213860 w 5840730"/>
              <a:gd name="connsiteY4" fmla="*/ 4757115 h 6887937"/>
              <a:gd name="connsiteX5" fmla="*/ 4457700 w 5840730"/>
              <a:gd name="connsiteY5" fmla="*/ 3842715 h 6887937"/>
              <a:gd name="connsiteX6" fmla="*/ 4686300 w 5840730"/>
              <a:gd name="connsiteY6" fmla="*/ 3713175 h 6887937"/>
              <a:gd name="connsiteX7" fmla="*/ 4785360 w 5840730"/>
              <a:gd name="connsiteY7" fmla="*/ 3926535 h 6887937"/>
              <a:gd name="connsiteX8" fmla="*/ 4028621 w 5840730"/>
              <a:gd name="connsiteY8" fmla="*/ 6887937 h 6887937"/>
              <a:gd name="connsiteX9" fmla="*/ 0 w 5840730"/>
              <a:gd name="connsiteY9" fmla="*/ 6877051 h 6887937"/>
              <a:gd name="connsiteX10" fmla="*/ 0 w 5840730"/>
              <a:gd name="connsiteY10" fmla="*/ 0 h 6887937"/>
              <a:gd name="connsiteX0" fmla="*/ 0 w 4790753"/>
              <a:gd name="connsiteY0" fmla="*/ 0 h 6887937"/>
              <a:gd name="connsiteX1" fmla="*/ 2674743 w 4790753"/>
              <a:gd name="connsiteY1" fmla="*/ 49345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893820 w 4790753"/>
              <a:gd name="connsiteY2" fmla="*/ 4688535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97763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310950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90698 w 4790753"/>
              <a:gd name="connsiteY2" fmla="*/ 3504252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412040 w 4790753"/>
              <a:gd name="connsiteY2" fmla="*/ 3464777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244891 w 4790753"/>
              <a:gd name="connsiteY2" fmla="*/ 3464778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4790753"/>
              <a:gd name="connsiteY0" fmla="*/ 0 h 6887937"/>
              <a:gd name="connsiteX1" fmla="*/ 2487931 w 4790753"/>
              <a:gd name="connsiteY1" fmla="*/ 0 h 6887937"/>
              <a:gd name="connsiteX2" fmla="*/ 3392375 w 4790753"/>
              <a:gd name="connsiteY2" fmla="*/ 3464779 h 6887937"/>
              <a:gd name="connsiteX3" fmla="*/ 3992880 w 4790753"/>
              <a:gd name="connsiteY3" fmla="*/ 4905705 h 6887937"/>
              <a:gd name="connsiteX4" fmla="*/ 4213860 w 4790753"/>
              <a:gd name="connsiteY4" fmla="*/ 4757115 h 6887937"/>
              <a:gd name="connsiteX5" fmla="*/ 4457700 w 4790753"/>
              <a:gd name="connsiteY5" fmla="*/ 3842715 h 6887937"/>
              <a:gd name="connsiteX6" fmla="*/ 4686300 w 4790753"/>
              <a:gd name="connsiteY6" fmla="*/ 3713175 h 6887937"/>
              <a:gd name="connsiteX7" fmla="*/ 4785360 w 4790753"/>
              <a:gd name="connsiteY7" fmla="*/ 3926535 h 6887937"/>
              <a:gd name="connsiteX8" fmla="*/ 4028621 w 4790753"/>
              <a:gd name="connsiteY8" fmla="*/ 6887937 h 6887937"/>
              <a:gd name="connsiteX9" fmla="*/ 0 w 4790753"/>
              <a:gd name="connsiteY9" fmla="*/ 6877051 h 6887937"/>
              <a:gd name="connsiteX10" fmla="*/ 0 w 4790753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392375 w 5110169"/>
              <a:gd name="connsiteY2" fmla="*/ 3464779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66000 w 5110169"/>
              <a:gd name="connsiteY2" fmla="*/ 4629324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16839 w 5110169"/>
              <a:gd name="connsiteY2" fmla="*/ 4550372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589019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92880 w 5110169"/>
              <a:gd name="connsiteY3" fmla="*/ 4905705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034002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3953550 w 5110169"/>
              <a:gd name="connsiteY3" fmla="*/ 5300466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42040 w 5110169"/>
              <a:gd name="connsiteY3" fmla="*/ 5566930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677510 w 5110169"/>
              <a:gd name="connsiteY2" fmla="*/ 4510896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05329 w 5110169"/>
              <a:gd name="connsiteY2" fmla="*/ 4974740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775832 w 5110169"/>
              <a:gd name="connsiteY2" fmla="*/ 503395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32208 w 5110169"/>
              <a:gd name="connsiteY3" fmla="*/ 5379419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213860 w 5110169"/>
              <a:gd name="connsiteY4" fmla="*/ 4757115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4457700 w 5110169"/>
              <a:gd name="connsiteY5" fmla="*/ 384271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686300 w 5110169"/>
              <a:gd name="connsiteY6" fmla="*/ 3713175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785360 w 5110169"/>
              <a:gd name="connsiteY7" fmla="*/ 3926535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198620 w 5110169"/>
              <a:gd name="connsiteY7" fmla="*/ 4133044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110169"/>
              <a:gd name="connsiteY0" fmla="*/ 0 h 6887937"/>
              <a:gd name="connsiteX1" fmla="*/ 2487931 w 5110169"/>
              <a:gd name="connsiteY1" fmla="*/ 0 h 6887937"/>
              <a:gd name="connsiteX2" fmla="*/ 3834825 w 5110169"/>
              <a:gd name="connsiteY2" fmla="*/ 5142514 h 6887937"/>
              <a:gd name="connsiteX3" fmla="*/ 4074118 w 5110169"/>
              <a:gd name="connsiteY3" fmla="*/ 5314407 h 6887937"/>
              <a:gd name="connsiteX4" fmla="*/ 4168140 w 5110169"/>
              <a:gd name="connsiteY4" fmla="*/ 5055407 h 6887937"/>
              <a:gd name="connsiteX5" fmla="*/ 3935730 w 5110169"/>
              <a:gd name="connsiteY5" fmla="*/ 4175425 h 6887937"/>
              <a:gd name="connsiteX6" fmla="*/ 4061460 w 5110169"/>
              <a:gd name="connsiteY6" fmla="*/ 3931157 h 6887937"/>
              <a:gd name="connsiteX7" fmla="*/ 4251960 w 5110169"/>
              <a:gd name="connsiteY7" fmla="*/ 4071856 h 6887937"/>
              <a:gd name="connsiteX8" fmla="*/ 5110169 w 5110169"/>
              <a:gd name="connsiteY8" fmla="*/ 6887937 h 6887937"/>
              <a:gd name="connsiteX9" fmla="*/ 0 w 5110169"/>
              <a:gd name="connsiteY9" fmla="*/ 6877051 h 6887937"/>
              <a:gd name="connsiteX10" fmla="*/ 0 w 5110169"/>
              <a:gd name="connsiteY10" fmla="*/ 0 h 6887937"/>
              <a:gd name="connsiteX0" fmla="*/ 0 w 5030921"/>
              <a:gd name="connsiteY0" fmla="*/ 0 h 6877051"/>
              <a:gd name="connsiteX1" fmla="*/ 2487931 w 5030921"/>
              <a:gd name="connsiteY1" fmla="*/ 0 h 6877051"/>
              <a:gd name="connsiteX2" fmla="*/ 3834825 w 5030921"/>
              <a:gd name="connsiteY2" fmla="*/ 5142514 h 6877051"/>
              <a:gd name="connsiteX3" fmla="*/ 4074118 w 5030921"/>
              <a:gd name="connsiteY3" fmla="*/ 5314407 h 6877051"/>
              <a:gd name="connsiteX4" fmla="*/ 4168140 w 5030921"/>
              <a:gd name="connsiteY4" fmla="*/ 5055407 h 6877051"/>
              <a:gd name="connsiteX5" fmla="*/ 3935730 w 5030921"/>
              <a:gd name="connsiteY5" fmla="*/ 4175425 h 6877051"/>
              <a:gd name="connsiteX6" fmla="*/ 4061460 w 5030921"/>
              <a:gd name="connsiteY6" fmla="*/ 3931157 h 6877051"/>
              <a:gd name="connsiteX7" fmla="*/ 4251960 w 5030921"/>
              <a:gd name="connsiteY7" fmla="*/ 4071856 h 6877051"/>
              <a:gd name="connsiteX8" fmla="*/ 5030921 w 5030921"/>
              <a:gd name="connsiteY8" fmla="*/ 6875699 h 6877051"/>
              <a:gd name="connsiteX9" fmla="*/ 0 w 5030921"/>
              <a:gd name="connsiteY9" fmla="*/ 6877051 h 6877051"/>
              <a:gd name="connsiteX10" fmla="*/ 0 w 5030921"/>
              <a:gd name="connsiteY10" fmla="*/ 0 h 6877051"/>
              <a:gd name="connsiteX0" fmla="*/ 0 w 4963865"/>
              <a:gd name="connsiteY0" fmla="*/ 0 h 6877051"/>
              <a:gd name="connsiteX1" fmla="*/ 2487931 w 4963865"/>
              <a:gd name="connsiteY1" fmla="*/ 0 h 6877051"/>
              <a:gd name="connsiteX2" fmla="*/ 3834825 w 4963865"/>
              <a:gd name="connsiteY2" fmla="*/ 5142514 h 6877051"/>
              <a:gd name="connsiteX3" fmla="*/ 4074118 w 4963865"/>
              <a:gd name="connsiteY3" fmla="*/ 5314407 h 6877051"/>
              <a:gd name="connsiteX4" fmla="*/ 4168140 w 4963865"/>
              <a:gd name="connsiteY4" fmla="*/ 5055407 h 6877051"/>
              <a:gd name="connsiteX5" fmla="*/ 3935730 w 4963865"/>
              <a:gd name="connsiteY5" fmla="*/ 4175425 h 6877051"/>
              <a:gd name="connsiteX6" fmla="*/ 4061460 w 4963865"/>
              <a:gd name="connsiteY6" fmla="*/ 3931157 h 6877051"/>
              <a:gd name="connsiteX7" fmla="*/ 4251960 w 4963865"/>
              <a:gd name="connsiteY7" fmla="*/ 4071856 h 6877051"/>
              <a:gd name="connsiteX8" fmla="*/ 4963865 w 4963865"/>
              <a:gd name="connsiteY8" fmla="*/ 6875699 h 6877051"/>
              <a:gd name="connsiteX9" fmla="*/ 0 w 4963865"/>
              <a:gd name="connsiteY9" fmla="*/ 6877051 h 6877051"/>
              <a:gd name="connsiteX10" fmla="*/ 0 w 4963865"/>
              <a:gd name="connsiteY10" fmla="*/ 0 h 6877051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31157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41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79198 w 5024825"/>
              <a:gd name="connsiteY3" fmla="*/ 5441882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  <a:gd name="connsiteX0" fmla="*/ 0 w 5024825"/>
              <a:gd name="connsiteY0" fmla="*/ 0 h 6881818"/>
              <a:gd name="connsiteX1" fmla="*/ 2487931 w 5024825"/>
              <a:gd name="connsiteY1" fmla="*/ 0 h 6881818"/>
              <a:gd name="connsiteX2" fmla="*/ 3834825 w 5024825"/>
              <a:gd name="connsiteY2" fmla="*/ 5142514 h 6881818"/>
              <a:gd name="connsiteX3" fmla="*/ 4048718 w 5024825"/>
              <a:gd name="connsiteY3" fmla="*/ 5314407 h 6881818"/>
              <a:gd name="connsiteX4" fmla="*/ 4168140 w 5024825"/>
              <a:gd name="connsiteY4" fmla="*/ 5055407 h 6881818"/>
              <a:gd name="connsiteX5" fmla="*/ 3935730 w 5024825"/>
              <a:gd name="connsiteY5" fmla="*/ 4175425 h 6881818"/>
              <a:gd name="connsiteX6" fmla="*/ 4061460 w 5024825"/>
              <a:gd name="connsiteY6" fmla="*/ 3941355 h 6881818"/>
              <a:gd name="connsiteX7" fmla="*/ 4251960 w 5024825"/>
              <a:gd name="connsiteY7" fmla="*/ 4071856 h 6881818"/>
              <a:gd name="connsiteX8" fmla="*/ 5024825 w 5024825"/>
              <a:gd name="connsiteY8" fmla="*/ 6881818 h 6881818"/>
              <a:gd name="connsiteX9" fmla="*/ 0 w 5024825"/>
              <a:gd name="connsiteY9" fmla="*/ 6877051 h 6881818"/>
              <a:gd name="connsiteX10" fmla="*/ 0 w 5024825"/>
              <a:gd name="connsiteY10" fmla="*/ 0 h 6881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024825" h="6881818">
                <a:moveTo>
                  <a:pt x="0" y="0"/>
                </a:moveTo>
                <a:lnTo>
                  <a:pt x="2487931" y="0"/>
                </a:lnTo>
                <a:lnTo>
                  <a:pt x="3834825" y="5142514"/>
                </a:lnTo>
                <a:cubicBezTo>
                  <a:pt x="3851116" y="5182666"/>
                  <a:pt x="3878538" y="5351369"/>
                  <a:pt x="4048718" y="5314407"/>
                </a:cubicBezTo>
                <a:cubicBezTo>
                  <a:pt x="4218898" y="5277445"/>
                  <a:pt x="4184015" y="5205230"/>
                  <a:pt x="4168140" y="5055407"/>
                </a:cubicBezTo>
                <a:lnTo>
                  <a:pt x="3935730" y="4175425"/>
                </a:lnTo>
                <a:cubicBezTo>
                  <a:pt x="3924300" y="4083966"/>
                  <a:pt x="3902710" y="3989870"/>
                  <a:pt x="4061460" y="3941355"/>
                </a:cubicBezTo>
                <a:cubicBezTo>
                  <a:pt x="4194810" y="3923207"/>
                  <a:pt x="4213860" y="4007005"/>
                  <a:pt x="4251960" y="4071856"/>
                </a:cubicBezTo>
                <a:lnTo>
                  <a:pt x="5024825" y="6881818"/>
                </a:lnTo>
                <a:lnTo>
                  <a:pt x="0" y="6877051"/>
                </a:lnTo>
                <a:lnTo>
                  <a:pt x="0" y="0"/>
                </a:lnTo>
                <a:close/>
              </a:path>
            </a:pathLst>
          </a:custGeom>
          <a:solidFill>
            <a:srgbClr val="E7E6E6"/>
          </a:solidFill>
        </p:spPr>
      </p:pic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35FE85DC-130B-6F1A-1644-55E9E0B5B23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902F5BFF-55DF-B363-4FF3-6AF3F983760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8F93BF77-1A4D-69F5-9654-04843DF12CA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A584DE63-BDFB-E26D-1BB2-BBEA7C07510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80F3431C-8A7F-6F33-E7A9-9277131765B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55973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4D835925-3D21-0B99-9A6C-587FBAE433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6322" y="320040"/>
            <a:ext cx="6732237" cy="1524000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Why </a:t>
            </a:r>
            <a:r>
              <a:rPr lang="en-US" dirty="0"/>
              <a:t>Is Cyber Security Important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A67690BC-58BE-BD46-38A4-61EC504EA89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796322" y="2252076"/>
            <a:ext cx="5797550" cy="3051762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42C984-616F-EC16-3E37-A54495E756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4241" y="6290774"/>
            <a:ext cx="6637071" cy="365125"/>
          </a:xfrm>
        </p:spPr>
        <p:txBody>
          <a:bodyPr/>
          <a:lstStyle/>
          <a:p>
            <a:r>
              <a:rPr lang="en-US" dirty="0"/>
              <a:t>TEACH A COURSE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E7466B0-B69A-FEBF-B8E0-FDA9AEAC70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70364" y="-3219"/>
            <a:ext cx="2562565" cy="6884359"/>
          </a:xfrm>
          <a:custGeom>
            <a:avLst/>
            <a:gdLst>
              <a:gd name="connsiteX0" fmla="*/ 2535833 w 2562565"/>
              <a:gd name="connsiteY0" fmla="*/ 0 h 6884359"/>
              <a:gd name="connsiteX1" fmla="*/ 2106829 w 2562565"/>
              <a:gd name="connsiteY1" fmla="*/ 1564627 h 6884359"/>
              <a:gd name="connsiteX2" fmla="*/ 1764389 w 2562565"/>
              <a:gd name="connsiteY2" fmla="*/ 2840498 h 6884359"/>
              <a:gd name="connsiteX3" fmla="*/ 1579803 w 2562565"/>
              <a:gd name="connsiteY3" fmla="*/ 2925726 h 6884359"/>
              <a:gd name="connsiteX4" fmla="*/ 1467779 w 2562565"/>
              <a:gd name="connsiteY4" fmla="*/ 2731101 h 6884359"/>
              <a:gd name="connsiteX5" fmla="*/ 1727472 w 2562565"/>
              <a:gd name="connsiteY5" fmla="*/ 1773244 h 6884359"/>
              <a:gd name="connsiteX6" fmla="*/ 1709650 w 2562565"/>
              <a:gd name="connsiteY6" fmla="*/ 1633318 h 6884359"/>
              <a:gd name="connsiteX7" fmla="*/ 1597625 w 2562565"/>
              <a:gd name="connsiteY7" fmla="*/ 1546818 h 6884359"/>
              <a:gd name="connsiteX8" fmla="*/ 1372303 w 2562565"/>
              <a:gd name="connsiteY8" fmla="*/ 1676568 h 6884359"/>
              <a:gd name="connsiteX9" fmla="*/ 977670 w 2562565"/>
              <a:gd name="connsiteY9" fmla="*/ 3131798 h 6884359"/>
              <a:gd name="connsiteX10" fmla="*/ 5092 w 2562565"/>
              <a:gd name="connsiteY10" fmla="*/ 6867823 h 6884359"/>
              <a:gd name="connsiteX11" fmla="*/ 0 w 2562565"/>
              <a:gd name="connsiteY11" fmla="*/ 6884360 h 6884359"/>
              <a:gd name="connsiteX12" fmla="*/ 26733 w 2562565"/>
              <a:gd name="connsiteY12" fmla="*/ 6884360 h 6884359"/>
              <a:gd name="connsiteX13" fmla="*/ 1003131 w 2562565"/>
              <a:gd name="connsiteY13" fmla="*/ 3139431 h 6884359"/>
              <a:gd name="connsiteX14" fmla="*/ 1397763 w 2562565"/>
              <a:gd name="connsiteY14" fmla="*/ 1684200 h 6884359"/>
              <a:gd name="connsiteX15" fmla="*/ 1592533 w 2562565"/>
              <a:gd name="connsiteY15" fmla="*/ 1572259 h 6884359"/>
              <a:gd name="connsiteX16" fmla="*/ 1688009 w 2562565"/>
              <a:gd name="connsiteY16" fmla="*/ 1646039 h 6884359"/>
              <a:gd name="connsiteX17" fmla="*/ 1703285 w 2562565"/>
              <a:gd name="connsiteY17" fmla="*/ 1766884 h 6884359"/>
              <a:gd name="connsiteX18" fmla="*/ 1443591 w 2562565"/>
              <a:gd name="connsiteY18" fmla="*/ 2724741 h 6884359"/>
              <a:gd name="connsiteX19" fmla="*/ 1573438 w 2562565"/>
              <a:gd name="connsiteY19" fmla="*/ 2949894 h 6884359"/>
              <a:gd name="connsiteX20" fmla="*/ 1788577 w 2562565"/>
              <a:gd name="connsiteY20" fmla="*/ 2849402 h 6884359"/>
              <a:gd name="connsiteX21" fmla="*/ 1788577 w 2562565"/>
              <a:gd name="connsiteY21" fmla="*/ 2848130 h 6884359"/>
              <a:gd name="connsiteX22" fmla="*/ 2131016 w 2562565"/>
              <a:gd name="connsiteY22" fmla="*/ 1570987 h 6884359"/>
              <a:gd name="connsiteX23" fmla="*/ 2562566 w 2562565"/>
              <a:gd name="connsiteY23" fmla="*/ 1272 h 6884359"/>
              <a:gd name="connsiteX24" fmla="*/ 2535833 w 2562565"/>
              <a:gd name="connsiteY24" fmla="*/ 0 h 6884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562565" h="6884359">
                <a:moveTo>
                  <a:pt x="2535833" y="0"/>
                </a:moveTo>
                <a:lnTo>
                  <a:pt x="2106829" y="1564627"/>
                </a:lnTo>
                <a:lnTo>
                  <a:pt x="1764389" y="2840498"/>
                </a:lnTo>
                <a:cubicBezTo>
                  <a:pt x="1731291" y="2910461"/>
                  <a:pt x="1653638" y="2946078"/>
                  <a:pt x="1579803" y="2925726"/>
                </a:cubicBezTo>
                <a:cubicBezTo>
                  <a:pt x="1495785" y="2902829"/>
                  <a:pt x="1444864" y="2815057"/>
                  <a:pt x="1467779" y="2731101"/>
                </a:cubicBezTo>
                <a:lnTo>
                  <a:pt x="1727472" y="1773244"/>
                </a:lnTo>
                <a:cubicBezTo>
                  <a:pt x="1740202" y="1726178"/>
                  <a:pt x="1733837" y="1676568"/>
                  <a:pt x="1709650" y="1633318"/>
                </a:cubicBezTo>
                <a:cubicBezTo>
                  <a:pt x="1685463" y="1590068"/>
                  <a:pt x="1646000" y="1559539"/>
                  <a:pt x="1597625" y="1546818"/>
                </a:cubicBezTo>
                <a:cubicBezTo>
                  <a:pt x="1499604" y="1520105"/>
                  <a:pt x="1397763" y="1578620"/>
                  <a:pt x="1372303" y="1676568"/>
                </a:cubicBezTo>
                <a:lnTo>
                  <a:pt x="977670" y="3131798"/>
                </a:lnTo>
                <a:lnTo>
                  <a:pt x="5092" y="6867823"/>
                </a:lnTo>
                <a:cubicBezTo>
                  <a:pt x="5092" y="6867823"/>
                  <a:pt x="1273" y="6880544"/>
                  <a:pt x="0" y="6884360"/>
                </a:cubicBezTo>
                <a:lnTo>
                  <a:pt x="26733" y="6884360"/>
                </a:lnTo>
                <a:lnTo>
                  <a:pt x="1003131" y="3139431"/>
                </a:lnTo>
                <a:lnTo>
                  <a:pt x="1397763" y="1684200"/>
                </a:lnTo>
                <a:cubicBezTo>
                  <a:pt x="1420677" y="1600245"/>
                  <a:pt x="1508515" y="1549363"/>
                  <a:pt x="1592533" y="1572259"/>
                </a:cubicBezTo>
                <a:cubicBezTo>
                  <a:pt x="1633270" y="1583708"/>
                  <a:pt x="1667641" y="1609149"/>
                  <a:pt x="1688009" y="1646039"/>
                </a:cubicBezTo>
                <a:cubicBezTo>
                  <a:pt x="1709650" y="1682928"/>
                  <a:pt x="1714742" y="1724906"/>
                  <a:pt x="1703285" y="1766884"/>
                </a:cubicBezTo>
                <a:lnTo>
                  <a:pt x="1443591" y="2724741"/>
                </a:lnTo>
                <a:cubicBezTo>
                  <a:pt x="1416858" y="2822689"/>
                  <a:pt x="1475417" y="2924453"/>
                  <a:pt x="1573438" y="2949894"/>
                </a:cubicBezTo>
                <a:cubicBezTo>
                  <a:pt x="1660003" y="2972792"/>
                  <a:pt x="1750386" y="2930814"/>
                  <a:pt x="1788577" y="2849402"/>
                </a:cubicBezTo>
                <a:lnTo>
                  <a:pt x="1788577" y="2848130"/>
                </a:lnTo>
                <a:lnTo>
                  <a:pt x="2131016" y="1570987"/>
                </a:lnTo>
                <a:lnTo>
                  <a:pt x="2562566" y="1272"/>
                </a:lnTo>
                <a:cubicBezTo>
                  <a:pt x="2553655" y="0"/>
                  <a:pt x="2544744" y="0"/>
                  <a:pt x="2535833" y="0"/>
                </a:cubicBezTo>
                <a:close/>
              </a:path>
            </a:pathLst>
          </a:custGeom>
          <a:solidFill>
            <a:schemeClr val="accent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756CFB8-E805-3CF9-61D2-C02341EC76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7829202" y="5156615"/>
            <a:ext cx="878334" cy="170500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96053-DF7F-7AFE-4D23-78CFF34D00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E25221-A8C0-5EA7-A0EB-6AD0A2C585B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328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E0F2054-FE7E-B49A-E17F-5DE1864D8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6322" y="320040"/>
            <a:ext cx="6732237" cy="1524000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Example Threat - </a:t>
            </a:r>
            <a:r>
              <a:rPr lang="en-US" dirty="0"/>
              <a:t>Ransom</a:t>
            </a:r>
          </a:p>
        </p:txBody>
      </p:sp>
      <p:pic>
        <p:nvPicPr>
          <p:cNvPr id="7" name="Picture Placeholder 18" descr="A person working at a desk&#10;">
            <a:extLst>
              <a:ext uri="{FF2B5EF4-FFF2-40B4-BE49-F238E27FC236}">
                <a16:creationId xmlns:a16="http://schemas.microsoft.com/office/drawing/2014/main" id="{137F878B-E773-04A9-23BB-A6DF6A69B984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l="3565" r="3565"/>
          <a:stretch/>
        </p:blipFill>
        <p:spPr>
          <a:xfrm flipH="1">
            <a:off x="7163691" y="0"/>
            <a:ext cx="5024825" cy="6858000"/>
          </a:xfr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68C54-1820-3B00-1C96-88D7349FD7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C1EF105-497F-4EFD-8E5D-D4573ED81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370364" y="-23539"/>
            <a:ext cx="2562565" cy="6885155"/>
            <a:chOff x="7370364" y="-23539"/>
            <a:chExt cx="2562565" cy="6885155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2F08D551-B30D-FCB1-C8B2-0160EC5309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7829202" y="5156615"/>
              <a:ext cx="878334" cy="1705001"/>
            </a:xfrm>
            <a:prstGeom prst="rect">
              <a:avLst/>
            </a:prstGeom>
          </p:spPr>
        </p:pic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5AA2D64-53A7-BC77-FBA2-EC723D3114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70364" y="-23539"/>
              <a:ext cx="2562565" cy="6884359"/>
            </a:xfrm>
            <a:custGeom>
              <a:avLst/>
              <a:gdLst>
                <a:gd name="connsiteX0" fmla="*/ 2535833 w 2562565"/>
                <a:gd name="connsiteY0" fmla="*/ 0 h 6884359"/>
                <a:gd name="connsiteX1" fmla="*/ 2106829 w 2562565"/>
                <a:gd name="connsiteY1" fmla="*/ 1564627 h 6884359"/>
                <a:gd name="connsiteX2" fmla="*/ 1764389 w 2562565"/>
                <a:gd name="connsiteY2" fmla="*/ 2840498 h 6884359"/>
                <a:gd name="connsiteX3" fmla="*/ 1579803 w 2562565"/>
                <a:gd name="connsiteY3" fmla="*/ 2925726 h 6884359"/>
                <a:gd name="connsiteX4" fmla="*/ 1467779 w 2562565"/>
                <a:gd name="connsiteY4" fmla="*/ 2731101 h 6884359"/>
                <a:gd name="connsiteX5" fmla="*/ 1727472 w 2562565"/>
                <a:gd name="connsiteY5" fmla="*/ 1773244 h 6884359"/>
                <a:gd name="connsiteX6" fmla="*/ 1709650 w 2562565"/>
                <a:gd name="connsiteY6" fmla="*/ 1633318 h 6884359"/>
                <a:gd name="connsiteX7" fmla="*/ 1597625 w 2562565"/>
                <a:gd name="connsiteY7" fmla="*/ 1546818 h 6884359"/>
                <a:gd name="connsiteX8" fmla="*/ 1372303 w 2562565"/>
                <a:gd name="connsiteY8" fmla="*/ 1676568 h 6884359"/>
                <a:gd name="connsiteX9" fmla="*/ 977670 w 2562565"/>
                <a:gd name="connsiteY9" fmla="*/ 3131798 h 6884359"/>
                <a:gd name="connsiteX10" fmla="*/ 5092 w 2562565"/>
                <a:gd name="connsiteY10" fmla="*/ 6867823 h 6884359"/>
                <a:gd name="connsiteX11" fmla="*/ 0 w 2562565"/>
                <a:gd name="connsiteY11" fmla="*/ 6884360 h 6884359"/>
                <a:gd name="connsiteX12" fmla="*/ 26733 w 2562565"/>
                <a:gd name="connsiteY12" fmla="*/ 6884360 h 6884359"/>
                <a:gd name="connsiteX13" fmla="*/ 1003131 w 2562565"/>
                <a:gd name="connsiteY13" fmla="*/ 3139431 h 6884359"/>
                <a:gd name="connsiteX14" fmla="*/ 1397763 w 2562565"/>
                <a:gd name="connsiteY14" fmla="*/ 1684200 h 6884359"/>
                <a:gd name="connsiteX15" fmla="*/ 1592533 w 2562565"/>
                <a:gd name="connsiteY15" fmla="*/ 1572259 h 6884359"/>
                <a:gd name="connsiteX16" fmla="*/ 1688009 w 2562565"/>
                <a:gd name="connsiteY16" fmla="*/ 1646039 h 6884359"/>
                <a:gd name="connsiteX17" fmla="*/ 1703285 w 2562565"/>
                <a:gd name="connsiteY17" fmla="*/ 1766884 h 6884359"/>
                <a:gd name="connsiteX18" fmla="*/ 1443591 w 2562565"/>
                <a:gd name="connsiteY18" fmla="*/ 2724741 h 6884359"/>
                <a:gd name="connsiteX19" fmla="*/ 1573438 w 2562565"/>
                <a:gd name="connsiteY19" fmla="*/ 2949894 h 6884359"/>
                <a:gd name="connsiteX20" fmla="*/ 1788577 w 2562565"/>
                <a:gd name="connsiteY20" fmla="*/ 2849402 h 6884359"/>
                <a:gd name="connsiteX21" fmla="*/ 1788577 w 2562565"/>
                <a:gd name="connsiteY21" fmla="*/ 2848130 h 6884359"/>
                <a:gd name="connsiteX22" fmla="*/ 2131016 w 2562565"/>
                <a:gd name="connsiteY22" fmla="*/ 1570987 h 6884359"/>
                <a:gd name="connsiteX23" fmla="*/ 2562566 w 2562565"/>
                <a:gd name="connsiteY23" fmla="*/ 1272 h 6884359"/>
                <a:gd name="connsiteX24" fmla="*/ 2535833 w 2562565"/>
                <a:gd name="connsiteY24" fmla="*/ 0 h 6884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562565" h="6884359">
                  <a:moveTo>
                    <a:pt x="2535833" y="0"/>
                  </a:moveTo>
                  <a:lnTo>
                    <a:pt x="2106829" y="1564627"/>
                  </a:lnTo>
                  <a:lnTo>
                    <a:pt x="1764389" y="2840498"/>
                  </a:lnTo>
                  <a:cubicBezTo>
                    <a:pt x="1731291" y="2910461"/>
                    <a:pt x="1653638" y="2946078"/>
                    <a:pt x="1579803" y="2925726"/>
                  </a:cubicBezTo>
                  <a:cubicBezTo>
                    <a:pt x="1495785" y="2902829"/>
                    <a:pt x="1444864" y="2815057"/>
                    <a:pt x="1467779" y="2731101"/>
                  </a:cubicBezTo>
                  <a:lnTo>
                    <a:pt x="1727472" y="1773244"/>
                  </a:lnTo>
                  <a:cubicBezTo>
                    <a:pt x="1740202" y="1726178"/>
                    <a:pt x="1733837" y="1676568"/>
                    <a:pt x="1709650" y="1633318"/>
                  </a:cubicBezTo>
                  <a:cubicBezTo>
                    <a:pt x="1685463" y="1590068"/>
                    <a:pt x="1646000" y="1559539"/>
                    <a:pt x="1597625" y="1546818"/>
                  </a:cubicBezTo>
                  <a:cubicBezTo>
                    <a:pt x="1499604" y="1520105"/>
                    <a:pt x="1397763" y="1578620"/>
                    <a:pt x="1372303" y="1676568"/>
                  </a:cubicBezTo>
                  <a:lnTo>
                    <a:pt x="977670" y="3131798"/>
                  </a:lnTo>
                  <a:lnTo>
                    <a:pt x="5092" y="6867823"/>
                  </a:lnTo>
                  <a:cubicBezTo>
                    <a:pt x="5092" y="6867823"/>
                    <a:pt x="1273" y="6880544"/>
                    <a:pt x="0" y="6884360"/>
                  </a:cubicBezTo>
                  <a:lnTo>
                    <a:pt x="26733" y="6884360"/>
                  </a:lnTo>
                  <a:lnTo>
                    <a:pt x="1003131" y="3139431"/>
                  </a:lnTo>
                  <a:lnTo>
                    <a:pt x="1397763" y="1684200"/>
                  </a:lnTo>
                  <a:cubicBezTo>
                    <a:pt x="1420677" y="1600245"/>
                    <a:pt x="1508515" y="1549363"/>
                    <a:pt x="1592533" y="1572259"/>
                  </a:cubicBezTo>
                  <a:cubicBezTo>
                    <a:pt x="1633270" y="1583708"/>
                    <a:pt x="1667641" y="1609149"/>
                    <a:pt x="1688009" y="1646039"/>
                  </a:cubicBezTo>
                  <a:cubicBezTo>
                    <a:pt x="1709650" y="1682928"/>
                    <a:pt x="1714742" y="1724906"/>
                    <a:pt x="1703285" y="1766884"/>
                  </a:cubicBezTo>
                  <a:lnTo>
                    <a:pt x="1443591" y="2724741"/>
                  </a:lnTo>
                  <a:cubicBezTo>
                    <a:pt x="1416858" y="2822689"/>
                    <a:pt x="1475417" y="2924453"/>
                    <a:pt x="1573438" y="2949894"/>
                  </a:cubicBezTo>
                  <a:cubicBezTo>
                    <a:pt x="1660003" y="2972792"/>
                    <a:pt x="1750386" y="2930814"/>
                    <a:pt x="1788577" y="2849402"/>
                  </a:cubicBezTo>
                  <a:lnTo>
                    <a:pt x="1788577" y="2848130"/>
                  </a:lnTo>
                  <a:lnTo>
                    <a:pt x="2131016" y="1570987"/>
                  </a:lnTo>
                  <a:lnTo>
                    <a:pt x="2562566" y="1272"/>
                  </a:lnTo>
                  <a:cubicBezTo>
                    <a:pt x="2553655" y="0"/>
                    <a:pt x="2544744" y="0"/>
                    <a:pt x="2535833" y="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E00DAD36-2870-3419-02E0-0FE7B279A2AD}"/>
              </a:ext>
            </a:extLst>
          </p:cNvPr>
          <p:cNvSpPr txBox="1"/>
          <p:nvPr/>
        </p:nvSpPr>
        <p:spPr>
          <a:xfrm>
            <a:off x="1248629" y="2169335"/>
            <a:ext cx="50248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Ransom is a type of malware that locks or encrypts a victim's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Demand a ransom payment (in crypto)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Ransom attacks can cost organizations millions of dollars through interruptions and recovery costs.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261AFA-0A46-EF34-2EB6-3199B3861CE9}"/>
              </a:ext>
            </a:extLst>
          </p:cNvPr>
          <p:cNvSpPr/>
          <p:nvPr/>
        </p:nvSpPr>
        <p:spPr>
          <a:xfrm>
            <a:off x="1539675" y="4944065"/>
            <a:ext cx="4286072" cy="6306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81217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0CCD53A-3321-FDB9-CA50-70544F935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368" y="270880"/>
            <a:ext cx="11297264" cy="1524000"/>
          </a:xfrm>
        </p:spPr>
        <p:txBody>
          <a:bodyPr/>
          <a:lstStyle/>
          <a:p>
            <a:r>
              <a:rPr lang="en-US">
                <a:solidFill>
                  <a:schemeClr val="accent1"/>
                </a:solidFill>
              </a:rPr>
              <a:t>Ransom Attack </a:t>
            </a:r>
            <a:r>
              <a:rPr lang="en-US"/>
              <a:t>Time Line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5B8455C-CEA2-F7C8-E898-97C86849DC0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293874" y="1298910"/>
            <a:ext cx="2518065" cy="2378719"/>
          </a:xfrm>
        </p:spPr>
        <p:txBody>
          <a:bodyPr>
            <a:normAutofit/>
          </a:bodyPr>
          <a:lstStyle/>
          <a:p>
            <a:r>
              <a:rPr lang="en-US" sz="1800" dirty="0"/>
              <a:t>Understand &amp; Expand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14DC98-ED35-A03F-CA2C-D54F23D0FD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B13CF44F-D790-7BAE-2274-C97C56354601}"/>
              </a:ext>
            </a:extLst>
          </p:cNvPr>
          <p:cNvSpPr txBox="1">
            <a:spLocks/>
          </p:cNvSpPr>
          <p:nvPr/>
        </p:nvSpPr>
        <p:spPr>
          <a:xfrm>
            <a:off x="4696372" y="1298911"/>
            <a:ext cx="2518065" cy="2378719"/>
          </a:xfrm>
          <a:prstGeom prst="roundRect">
            <a:avLst/>
          </a:prstGeom>
          <a:solidFill>
            <a:schemeClr val="accent1">
              <a:alpha val="10000"/>
            </a:schemeClr>
          </a:solidFill>
          <a:ln w="31750">
            <a:solidFill>
              <a:schemeClr val="accent1"/>
            </a:solidFill>
          </a:ln>
        </p:spPr>
        <p:txBody>
          <a:bodyPr vert="horz" lIns="0" tIns="274320" rIns="0" bIns="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18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20116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8404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692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4980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Post-Exploitation</a:t>
            </a:r>
          </a:p>
        </p:txBody>
      </p:sp>
      <p:sp>
        <p:nvSpPr>
          <p:cNvPr id="28" name="Text Placeholder 1">
            <a:extLst>
              <a:ext uri="{FF2B5EF4-FFF2-40B4-BE49-F238E27FC236}">
                <a16:creationId xmlns:a16="http://schemas.microsoft.com/office/drawing/2014/main" id="{97519BD0-760D-ED8E-1039-43D6BDDDE172}"/>
              </a:ext>
            </a:extLst>
          </p:cNvPr>
          <p:cNvSpPr txBox="1">
            <a:spLocks/>
          </p:cNvSpPr>
          <p:nvPr/>
        </p:nvSpPr>
        <p:spPr>
          <a:xfrm>
            <a:off x="715622" y="1298910"/>
            <a:ext cx="2518065" cy="2378719"/>
          </a:xfrm>
          <a:prstGeom prst="roundRect">
            <a:avLst/>
          </a:prstGeom>
          <a:solidFill>
            <a:schemeClr val="accent1">
              <a:alpha val="10000"/>
            </a:schemeClr>
          </a:solidFill>
          <a:ln w="31750">
            <a:solidFill>
              <a:schemeClr val="accent1"/>
            </a:solidFill>
          </a:ln>
        </p:spPr>
        <p:txBody>
          <a:bodyPr vert="horz" lIns="0" tIns="274320" rIns="0" bIns="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18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20116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8404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692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4980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Initial Attack</a:t>
            </a:r>
          </a:p>
        </p:txBody>
      </p:sp>
      <p:sp>
        <p:nvSpPr>
          <p:cNvPr id="29" name="Text Placeholder 1">
            <a:extLst>
              <a:ext uri="{FF2B5EF4-FFF2-40B4-BE49-F238E27FC236}">
                <a16:creationId xmlns:a16="http://schemas.microsoft.com/office/drawing/2014/main" id="{5DB78C59-E921-313A-CD86-F07C1E5DE692}"/>
              </a:ext>
            </a:extLst>
          </p:cNvPr>
          <p:cNvSpPr txBox="1">
            <a:spLocks/>
          </p:cNvSpPr>
          <p:nvPr/>
        </p:nvSpPr>
        <p:spPr>
          <a:xfrm>
            <a:off x="715622" y="3891560"/>
            <a:ext cx="2518065" cy="2378719"/>
          </a:xfrm>
          <a:prstGeom prst="roundRect">
            <a:avLst/>
          </a:prstGeom>
          <a:solidFill>
            <a:schemeClr val="accent1">
              <a:alpha val="10000"/>
            </a:schemeClr>
          </a:solidFill>
          <a:ln w="31750">
            <a:solidFill>
              <a:schemeClr val="accent1"/>
            </a:solidFill>
          </a:ln>
        </p:spPr>
        <p:txBody>
          <a:bodyPr vert="horz" lIns="0" tIns="274320" rIns="0" bIns="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18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20116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8404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692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4980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Data Collection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269324D4-AE0A-7072-A92C-0765F75B6661}"/>
              </a:ext>
            </a:extLst>
          </p:cNvPr>
          <p:cNvSpPr txBox="1">
            <a:spLocks/>
          </p:cNvSpPr>
          <p:nvPr/>
        </p:nvSpPr>
        <p:spPr>
          <a:xfrm>
            <a:off x="4696372" y="3891560"/>
            <a:ext cx="2518065" cy="2378719"/>
          </a:xfrm>
          <a:prstGeom prst="roundRect">
            <a:avLst/>
          </a:prstGeom>
          <a:solidFill>
            <a:schemeClr val="accent1">
              <a:alpha val="10000"/>
            </a:schemeClr>
          </a:solidFill>
          <a:ln w="31750">
            <a:solidFill>
              <a:schemeClr val="accent1"/>
            </a:solidFill>
          </a:ln>
        </p:spPr>
        <p:txBody>
          <a:bodyPr vert="horz" lIns="0" tIns="274320" rIns="0" bIns="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18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20116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8404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692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4980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Ransomware Deployment</a:t>
            </a:r>
          </a:p>
        </p:txBody>
      </p:sp>
      <p:sp>
        <p:nvSpPr>
          <p:cNvPr id="52" name="Text Placeholder 12">
            <a:extLst>
              <a:ext uri="{FF2B5EF4-FFF2-40B4-BE49-F238E27FC236}">
                <a16:creationId xmlns:a16="http://schemas.microsoft.com/office/drawing/2014/main" id="{84E13183-7219-86A3-B1FD-095DEC01C6D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64051" y="3912055"/>
            <a:ext cx="2377710" cy="2378719"/>
          </a:xfrm>
          <a:prstGeom prst="roundRect">
            <a:avLst/>
          </a:prstGeom>
          <a:solidFill>
            <a:schemeClr val="accent1">
              <a:alpha val="10000"/>
            </a:schemeClr>
          </a:solidFill>
          <a:ln w="31750">
            <a:solidFill>
              <a:schemeClr val="accent1"/>
            </a:solidFill>
          </a:ln>
        </p:spPr>
        <p:txBody>
          <a:bodyPr lIns="0" tIns="274320" bIns="0" anchor="t">
            <a:normAutofit/>
          </a:bodyPr>
          <a:lstStyle>
            <a:lvl1pPr marL="0" indent="0" algn="ctr">
              <a:spcBef>
                <a:spcPts val="600"/>
              </a:spcBef>
              <a:spcAft>
                <a:spcPts val="1800"/>
              </a:spcAft>
              <a:buNone/>
              <a:defRPr sz="1800">
                <a:solidFill>
                  <a:schemeClr val="tx2"/>
                </a:solidFill>
                <a:latin typeface="+mj-lt"/>
              </a:defRPr>
            </a:lvl1pPr>
            <a:lvl2pPr marL="201168" indent="0">
              <a:buNone/>
              <a:defRPr/>
            </a:lvl2pPr>
            <a:lvl3pPr marL="384048" indent="0">
              <a:buNone/>
              <a:defRPr/>
            </a:lvl3pPr>
            <a:lvl4pPr marL="566928" indent="0">
              <a:buNone/>
              <a:defRPr/>
            </a:lvl4pPr>
            <a:lvl5pPr marL="749808" indent="0">
              <a:buNone/>
              <a:defRPr/>
            </a:lvl5pPr>
          </a:lstStyle>
          <a:p>
            <a:r>
              <a:rPr lang="en-US" dirty="0"/>
              <a:t>Extortion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2063B1-AD32-CF53-B792-70C1B67D527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36714" y="3063875"/>
            <a:ext cx="2275880" cy="365125"/>
          </a:xfrm>
        </p:spPr>
        <p:txBody>
          <a:bodyPr/>
          <a:lstStyle/>
          <a:p>
            <a:pPr lvl="0"/>
            <a:r>
              <a:rPr lang="en-US" sz="1200" dirty="0"/>
              <a:t>Attackers gets into system</a:t>
            </a:r>
          </a:p>
        </p:txBody>
      </p:sp>
      <p:sp>
        <p:nvSpPr>
          <p:cNvPr id="54" name="Text Placeholder 7">
            <a:extLst>
              <a:ext uri="{FF2B5EF4-FFF2-40B4-BE49-F238E27FC236}">
                <a16:creationId xmlns:a16="http://schemas.microsoft.com/office/drawing/2014/main" id="{555C13B5-4303-0089-8113-D009F44500D1}"/>
              </a:ext>
            </a:extLst>
          </p:cNvPr>
          <p:cNvSpPr txBox="1">
            <a:spLocks/>
          </p:cNvSpPr>
          <p:nvPr/>
        </p:nvSpPr>
        <p:spPr>
          <a:xfrm>
            <a:off x="4817464" y="2989142"/>
            <a:ext cx="2275880" cy="439857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0116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8404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692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4980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Attacker installs tools to stay connected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6853E89A-55A3-1587-F634-E5521B705337}"/>
              </a:ext>
            </a:extLst>
          </p:cNvPr>
          <p:cNvSpPr txBox="1">
            <a:spLocks/>
          </p:cNvSpPr>
          <p:nvPr/>
        </p:nvSpPr>
        <p:spPr>
          <a:xfrm>
            <a:off x="8414966" y="3063874"/>
            <a:ext cx="2275880" cy="36512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0116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8404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692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4980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Explores the network to gain more access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7E75C28F-E636-0800-8F9F-FC0659472205}"/>
              </a:ext>
            </a:extLst>
          </p:cNvPr>
          <p:cNvSpPr txBox="1">
            <a:spLocks/>
          </p:cNvSpPr>
          <p:nvPr/>
        </p:nvSpPr>
        <p:spPr>
          <a:xfrm>
            <a:off x="824241" y="5677019"/>
            <a:ext cx="2275880" cy="36512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0116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8404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692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4980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Important files are stolen before encryption</a:t>
            </a:r>
          </a:p>
        </p:txBody>
      </p:sp>
      <p:sp>
        <p:nvSpPr>
          <p:cNvPr id="59" name="Text Placeholder 7">
            <a:extLst>
              <a:ext uri="{FF2B5EF4-FFF2-40B4-BE49-F238E27FC236}">
                <a16:creationId xmlns:a16="http://schemas.microsoft.com/office/drawing/2014/main" id="{2AC8DCB6-F5D5-BCF8-C5ED-1097499F6233}"/>
              </a:ext>
            </a:extLst>
          </p:cNvPr>
          <p:cNvSpPr txBox="1">
            <a:spLocks/>
          </p:cNvSpPr>
          <p:nvPr/>
        </p:nvSpPr>
        <p:spPr>
          <a:xfrm>
            <a:off x="4970533" y="5794805"/>
            <a:ext cx="2275880" cy="36512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0116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8404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692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4980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Malware Encrypts files so victim cannot access</a:t>
            </a:r>
          </a:p>
        </p:txBody>
      </p:sp>
      <p:sp>
        <p:nvSpPr>
          <p:cNvPr id="60" name="Text Placeholder 7">
            <a:extLst>
              <a:ext uri="{FF2B5EF4-FFF2-40B4-BE49-F238E27FC236}">
                <a16:creationId xmlns:a16="http://schemas.microsoft.com/office/drawing/2014/main" id="{AE2AA368-7EF0-0B42-977C-B76466A98878}"/>
              </a:ext>
            </a:extLst>
          </p:cNvPr>
          <p:cNvSpPr txBox="1">
            <a:spLocks/>
          </p:cNvSpPr>
          <p:nvPr/>
        </p:nvSpPr>
        <p:spPr>
          <a:xfrm>
            <a:off x="8414966" y="5677018"/>
            <a:ext cx="2275880" cy="36512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0116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8404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692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49808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Attackers demand payment</a:t>
            </a:r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E0059405-DA2A-F109-C08A-2104CBEC075C}"/>
              </a:ext>
            </a:extLst>
          </p:cNvPr>
          <p:cNvSpPr/>
          <p:nvPr/>
        </p:nvSpPr>
        <p:spPr>
          <a:xfrm>
            <a:off x="3594538" y="2292777"/>
            <a:ext cx="863950" cy="39098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2D079670-ED3F-8A55-8AF0-D156E93BE056}"/>
              </a:ext>
            </a:extLst>
          </p:cNvPr>
          <p:cNvSpPr/>
          <p:nvPr/>
        </p:nvSpPr>
        <p:spPr>
          <a:xfrm>
            <a:off x="7361181" y="2273855"/>
            <a:ext cx="863950" cy="39098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E048FDC6-269D-E8F1-9FF0-1E3420316DE8}"/>
              </a:ext>
            </a:extLst>
          </p:cNvPr>
          <p:cNvSpPr/>
          <p:nvPr/>
        </p:nvSpPr>
        <p:spPr>
          <a:xfrm>
            <a:off x="3594538" y="4885427"/>
            <a:ext cx="863950" cy="39098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B9D3878A-E3F0-3F22-0F9E-35A7DFCE4A7B}"/>
              </a:ext>
            </a:extLst>
          </p:cNvPr>
          <p:cNvSpPr/>
          <p:nvPr/>
        </p:nvSpPr>
        <p:spPr>
          <a:xfrm>
            <a:off x="7429924" y="4885427"/>
            <a:ext cx="863950" cy="39098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C55144-E72E-9527-A4E8-00FBD1FCD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479" y="2089708"/>
            <a:ext cx="926350" cy="833630"/>
          </a:xfrm>
          <a:prstGeom prst="rect">
            <a:avLst/>
          </a:prstGeom>
        </p:spPr>
      </p:pic>
      <p:pic>
        <p:nvPicPr>
          <p:cNvPr id="7" name="Picture 6" descr="Exploit Icon Line Vector Illustration Stock Vector (Royalty Free)  2617396735 | Shutterstock">
            <a:extLst>
              <a:ext uri="{FF2B5EF4-FFF2-40B4-BE49-F238E27FC236}">
                <a16:creationId xmlns:a16="http://schemas.microsoft.com/office/drawing/2014/main" id="{701E1E49-B0D5-C1AF-5AA9-45A986E84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2889" y="2066666"/>
            <a:ext cx="982493" cy="833630"/>
          </a:xfrm>
          <a:prstGeom prst="rect">
            <a:avLst/>
          </a:prstGeom>
        </p:spPr>
      </p:pic>
      <p:pic>
        <p:nvPicPr>
          <p:cNvPr id="9" name="Picture 8" descr="Expand - Free arrows icons">
            <a:extLst>
              <a:ext uri="{FF2B5EF4-FFF2-40B4-BE49-F238E27FC236}">
                <a16:creationId xmlns:a16="http://schemas.microsoft.com/office/drawing/2014/main" id="{4FF3AFFF-F4E2-311F-E887-D541BE9C04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7656" y="2019074"/>
            <a:ext cx="1010499" cy="1010499"/>
          </a:xfrm>
          <a:prstGeom prst="rect">
            <a:avLst/>
          </a:prstGeom>
        </p:spPr>
      </p:pic>
      <p:pic>
        <p:nvPicPr>
          <p:cNvPr id="10" name="Picture 9" descr="Data collection - Free commerce and shopping icons">
            <a:extLst>
              <a:ext uri="{FF2B5EF4-FFF2-40B4-BE49-F238E27FC236}">
                <a16:creationId xmlns:a16="http://schemas.microsoft.com/office/drawing/2014/main" id="{EB248466-FE03-EB4F-7C99-76292E6963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3751" y="4732057"/>
            <a:ext cx="794771" cy="794771"/>
          </a:xfrm>
          <a:prstGeom prst="rect">
            <a:avLst/>
          </a:prstGeom>
        </p:spPr>
      </p:pic>
      <p:pic>
        <p:nvPicPr>
          <p:cNvPr id="11" name="Picture 10" descr="Deployment - Free seo and web icons">
            <a:extLst>
              <a:ext uri="{FF2B5EF4-FFF2-40B4-BE49-F238E27FC236}">
                <a16:creationId xmlns:a16="http://schemas.microsoft.com/office/drawing/2014/main" id="{DCB4BAAA-ADCC-0253-86B8-1402948C9E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4469" y="4871892"/>
            <a:ext cx="755096" cy="755096"/>
          </a:xfrm>
          <a:prstGeom prst="rect">
            <a:avLst/>
          </a:prstGeom>
        </p:spPr>
      </p:pic>
      <p:pic>
        <p:nvPicPr>
          <p:cNvPr id="12" name="Picture 11" descr="Extortion - Free people icons">
            <a:extLst>
              <a:ext uri="{FF2B5EF4-FFF2-40B4-BE49-F238E27FC236}">
                <a16:creationId xmlns:a16="http://schemas.microsoft.com/office/drawing/2014/main" id="{8E57B6F2-C135-B581-F136-47515D567D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1107" y="4705659"/>
            <a:ext cx="863595" cy="863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03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970F9-17DA-839C-44F9-7397A5EFC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Best Practice –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Protection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7B49AB-9182-5EB7-E03A-3E144B8F0E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318352" y="1894376"/>
            <a:ext cx="2847975" cy="3390899"/>
          </a:xfrm>
        </p:spPr>
        <p:txBody>
          <a:bodyPr>
            <a:normAutofit/>
          </a:bodyPr>
          <a:lstStyle/>
          <a:p>
            <a:r>
              <a:rPr lang="en-US" sz="2000" dirty="0"/>
              <a:t>Use Strong Passwords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A1EECEA-D837-E96C-CC5D-8C8B986DA33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605817" y="3989405"/>
            <a:ext cx="2275880" cy="893763"/>
          </a:xfrm>
        </p:spPr>
        <p:txBody>
          <a:bodyPr/>
          <a:lstStyle/>
          <a:p>
            <a:pPr lvl="0"/>
            <a:r>
              <a:rPr lang="en-US" dirty="0"/>
              <a:t>Create Unique Passwords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BD828F9-B330-B117-FF6A-8F0C1244470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651092" y="1894376"/>
            <a:ext cx="2847975" cy="3390899"/>
          </a:xfrm>
        </p:spPr>
        <p:txBody>
          <a:bodyPr/>
          <a:lstStyle/>
          <a:p>
            <a:r>
              <a:rPr lang="en-US" sz="2000" dirty="0"/>
              <a:t>Be Aware of </a:t>
            </a:r>
            <a:r>
              <a:rPr lang="en-US" sz="2000" dirty="0" err="1"/>
              <a:t>Phising</a:t>
            </a:r>
            <a:r>
              <a:rPr lang="en-US" sz="2000" dirty="0"/>
              <a:t> emails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FFA0DAA-37F3-A33A-6A49-3568311D08A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38557" y="3989404"/>
            <a:ext cx="2275880" cy="893763"/>
          </a:xfrm>
        </p:spPr>
        <p:txBody>
          <a:bodyPr/>
          <a:lstStyle/>
          <a:p>
            <a:r>
              <a:rPr lang="en-US" dirty="0"/>
              <a:t>Do not click on suspicious links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6C42F-6E4C-CC8A-0CCC-46E1AAF5C77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995403" y="1894376"/>
            <a:ext cx="2847975" cy="3390899"/>
          </a:xfrm>
        </p:spPr>
        <p:txBody>
          <a:bodyPr>
            <a:normAutofit/>
          </a:bodyPr>
          <a:lstStyle/>
          <a:p>
            <a:r>
              <a:rPr lang="en-US" sz="2000" dirty="0"/>
              <a:t>Keep Software Updated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6EADD7E-590E-81AB-52E8-354DDB041D1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282868" y="3989404"/>
            <a:ext cx="2275880" cy="893763"/>
          </a:xfrm>
        </p:spPr>
        <p:txBody>
          <a:bodyPr/>
          <a:lstStyle/>
          <a:p>
            <a:pPr lvl="0"/>
            <a:r>
              <a:rPr lang="en-US" dirty="0"/>
              <a:t>Install security patches and update promptly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57039E5-2916-97DA-297D-8FEA442FE1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8546" y="6290774"/>
            <a:ext cx="617912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7C997B7-603D-06A7-1961-5DA06A9C5AA1}"/>
              </a:ext>
            </a:extLst>
          </p:cNvPr>
          <p:cNvSpPr/>
          <p:nvPr/>
        </p:nvSpPr>
        <p:spPr>
          <a:xfrm>
            <a:off x="2151994" y="2814889"/>
            <a:ext cx="1247052" cy="1017500"/>
          </a:xfrm>
          <a:custGeom>
            <a:avLst/>
            <a:gdLst>
              <a:gd name="csX0" fmla="*/ 0 w 1247052"/>
              <a:gd name="csY0" fmla="*/ 0 h 1011194"/>
              <a:gd name="csX1" fmla="*/ 1247052 w 1247052"/>
              <a:gd name="csY1" fmla="*/ 0 h 1011194"/>
              <a:gd name="csX2" fmla="*/ 1247052 w 1247052"/>
              <a:gd name="csY2" fmla="*/ 1011194 h 1011194"/>
              <a:gd name="csX3" fmla="*/ 0 w 1247052"/>
              <a:gd name="csY3" fmla="*/ 1011194 h 1011194"/>
              <a:gd name="csX4" fmla="*/ 0 w 1247052"/>
              <a:gd name="csY4" fmla="*/ 0 h 1011194"/>
              <a:gd name="csX0" fmla="*/ 0 w 1247052"/>
              <a:gd name="csY0" fmla="*/ 6306 h 1017500"/>
              <a:gd name="csX1" fmla="*/ 1234440 w 1247052"/>
              <a:gd name="csY1" fmla="*/ 0 h 1017500"/>
              <a:gd name="csX2" fmla="*/ 1247052 w 1247052"/>
              <a:gd name="csY2" fmla="*/ 1017500 h 1017500"/>
              <a:gd name="csX3" fmla="*/ 0 w 1247052"/>
              <a:gd name="csY3" fmla="*/ 1017500 h 1017500"/>
              <a:gd name="csX4" fmla="*/ 0 w 1247052"/>
              <a:gd name="csY4" fmla="*/ 6306 h 1017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247052" h="1017500">
                <a:moveTo>
                  <a:pt x="0" y="6306"/>
                </a:moveTo>
                <a:lnTo>
                  <a:pt x="1234440" y="0"/>
                </a:lnTo>
                <a:lnTo>
                  <a:pt x="1247052" y="1017500"/>
                </a:lnTo>
                <a:lnTo>
                  <a:pt x="0" y="1017500"/>
                </a:lnTo>
                <a:lnTo>
                  <a:pt x="0" y="630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3" name="Picture Placeholder 22">
            <a:extLst>
              <a:ext uri="{FF2B5EF4-FFF2-40B4-BE49-F238E27FC236}">
                <a16:creationId xmlns:a16="http://schemas.microsoft.com/office/drawing/2014/main" id="{EECB8A79-1BD5-57E1-0528-E9600B7EDA22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>
          <a:blip r:embed="rId2"/>
          <a:srcRect t="4502" b="4502"/>
          <a:stretch>
            <a:fillRect/>
          </a:stretch>
        </p:blipFill>
        <p:spPr>
          <a:xfrm>
            <a:off x="2273927" y="2869592"/>
            <a:ext cx="1005840" cy="914400"/>
          </a:xfrm>
          <a:prstGeom prst="rect">
            <a:avLst/>
          </a:prstGeom>
        </p:spPr>
      </p:pic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B7280B1B-4700-76F4-E9D9-7FFF29B637FB}"/>
              </a:ext>
            </a:extLst>
          </p:cNvPr>
          <p:cNvPicPr>
            <a:picLocks noGrp="1" noChangeAspect="1"/>
          </p:cNvPicPr>
          <p:nvPr>
            <p:ph type="pic" sz="quarter" idx="24"/>
          </p:nvPr>
        </p:nvPicPr>
        <p:blipFill>
          <a:blip r:embed="rId3"/>
          <a:srcRect t="2303" b="2303"/>
          <a:stretch>
            <a:fillRect/>
          </a:stretch>
        </p:blipFill>
        <p:spPr>
          <a:xfrm>
            <a:off x="5593080" y="2971800"/>
            <a:ext cx="1005840" cy="914400"/>
          </a:xfrm>
          <a:prstGeom prst="rect">
            <a:avLst/>
          </a:prstGeom>
        </p:spPr>
      </p:pic>
      <p:pic>
        <p:nvPicPr>
          <p:cNvPr id="20" name="Picture Placeholder 19">
            <a:extLst>
              <a:ext uri="{FF2B5EF4-FFF2-40B4-BE49-F238E27FC236}">
                <a16:creationId xmlns:a16="http://schemas.microsoft.com/office/drawing/2014/main" id="{D2E3B24E-3B00-A4F6-8092-2DA40C0D3425}"/>
              </a:ext>
            </a:extLst>
          </p:cNvPr>
          <p:cNvPicPr>
            <a:picLocks noGrp="1" noChangeAspect="1"/>
          </p:cNvPicPr>
          <p:nvPr>
            <p:ph type="pic" sz="quarter" idx="25"/>
          </p:nvPr>
        </p:nvPicPr>
        <p:blipFill>
          <a:blip r:embed="rId4"/>
          <a:srcRect t="4574" b="4574"/>
          <a:stretch>
            <a:fillRect/>
          </a:stretch>
        </p:blipFill>
        <p:spPr>
          <a:xfrm>
            <a:off x="8972550" y="2997200"/>
            <a:ext cx="1006475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829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452219-785E-4657-C5F4-A53FEF2EB0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70326" y="1679216"/>
            <a:ext cx="4786877" cy="151831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pic>
        <p:nvPicPr>
          <p:cNvPr id="6" name="Picture Placeholder 5" descr="A person and person looking at a computer screen">
            <a:extLst>
              <a:ext uri="{FF2B5EF4-FFF2-40B4-BE49-F238E27FC236}">
                <a16:creationId xmlns:a16="http://schemas.microsoft.com/office/drawing/2014/main" id="{AA35CD3A-9896-7953-C82D-AAE87F6124D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l="127" r="127"/>
          <a:stretch/>
        </p:blipFill>
        <p:spPr>
          <a:xfrm>
            <a:off x="-29499" y="-2236"/>
            <a:ext cx="6814124" cy="6871095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90D79-5C58-F576-D2D0-3F4F1822E7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70326" y="3748958"/>
            <a:ext cx="4786878" cy="2258013"/>
          </a:xfrm>
        </p:spPr>
        <p:txBody>
          <a:bodyPr/>
          <a:lstStyle/>
          <a:p>
            <a:r>
              <a:rPr lang="en-US" dirty="0"/>
              <a:t>Office hours: </a:t>
            </a:r>
          </a:p>
          <a:p>
            <a:r>
              <a:rPr lang="en-US" dirty="0"/>
              <a:t>M-Th 3:00pm-4:30pm room C402</a:t>
            </a:r>
          </a:p>
          <a:p>
            <a:endParaRPr lang="en-US" dirty="0"/>
          </a:p>
          <a:p>
            <a:r>
              <a:rPr lang="en-US" dirty="0"/>
              <a:t>Please send all questions to:</a:t>
            </a:r>
          </a:p>
          <a:p>
            <a:r>
              <a:rPr lang="en-US" dirty="0"/>
              <a:t>gehad@example.com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A8DFC8D-4AE6-170E-C27A-DA97EBD7D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059704" y="0"/>
            <a:ext cx="2928883" cy="6871447"/>
            <a:chOff x="4059704" y="0"/>
            <a:chExt cx="2928883" cy="6871447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F966C9E-A9A2-BF8C-EDCB-B7F6AE51C425}"/>
                </a:ext>
              </a:extLst>
            </p:cNvPr>
            <p:cNvSpPr/>
            <p:nvPr/>
          </p:nvSpPr>
          <p:spPr>
            <a:xfrm rot="10800000">
              <a:off x="4443586" y="5022"/>
              <a:ext cx="2545001" cy="6837172"/>
            </a:xfrm>
            <a:custGeom>
              <a:avLst/>
              <a:gdLst>
                <a:gd name="connsiteX0" fmla="*/ 2518452 w 2545001"/>
                <a:gd name="connsiteY0" fmla="*/ 0 h 6837172"/>
                <a:gd name="connsiteX1" fmla="*/ 1701725 w 2545001"/>
                <a:gd name="connsiteY1" fmla="*/ 3172236 h 6837172"/>
                <a:gd name="connsiteX2" fmla="*/ 1361633 w 2545001"/>
                <a:gd name="connsiteY2" fmla="*/ 4439362 h 6837172"/>
                <a:gd name="connsiteX3" fmla="*/ 1178312 w 2545001"/>
                <a:gd name="connsiteY3" fmla="*/ 4524005 h 6837172"/>
                <a:gd name="connsiteX4" fmla="*/ 1067055 w 2545001"/>
                <a:gd name="connsiteY4" fmla="*/ 4330715 h 6837172"/>
                <a:gd name="connsiteX5" fmla="*/ 1324969 w 2545001"/>
                <a:gd name="connsiteY5" fmla="*/ 3379423 h 6837172"/>
                <a:gd name="connsiteX6" fmla="*/ 1307268 w 2545001"/>
                <a:gd name="connsiteY6" fmla="*/ 3240456 h 6837172"/>
                <a:gd name="connsiteX7" fmla="*/ 1196012 w 2545001"/>
                <a:gd name="connsiteY7" fmla="*/ 3154549 h 6837172"/>
                <a:gd name="connsiteX8" fmla="*/ 972233 w 2545001"/>
                <a:gd name="connsiteY8" fmla="*/ 3283409 h 6837172"/>
                <a:gd name="connsiteX9" fmla="*/ 580306 w 2545001"/>
                <a:gd name="connsiteY9" fmla="*/ 4728666 h 6837172"/>
                <a:gd name="connsiteX10" fmla="*/ 5057 w 2545001"/>
                <a:gd name="connsiteY10" fmla="*/ 6820750 h 6837172"/>
                <a:gd name="connsiteX11" fmla="*/ 0 w 2545001"/>
                <a:gd name="connsiteY11" fmla="*/ 6837173 h 6837172"/>
                <a:gd name="connsiteX12" fmla="*/ 26550 w 2545001"/>
                <a:gd name="connsiteY12" fmla="*/ 6837173 h 6837172"/>
                <a:gd name="connsiteX13" fmla="*/ 605591 w 2545001"/>
                <a:gd name="connsiteY13" fmla="*/ 4736246 h 6837172"/>
                <a:gd name="connsiteX14" fmla="*/ 997519 w 2545001"/>
                <a:gd name="connsiteY14" fmla="*/ 3290990 h 6837172"/>
                <a:gd name="connsiteX15" fmla="*/ 1190954 w 2545001"/>
                <a:gd name="connsiteY15" fmla="*/ 3179816 h 6837172"/>
                <a:gd name="connsiteX16" fmla="*/ 1285776 w 2545001"/>
                <a:gd name="connsiteY16" fmla="*/ 3253089 h 6837172"/>
                <a:gd name="connsiteX17" fmla="*/ 1300947 w 2545001"/>
                <a:gd name="connsiteY17" fmla="*/ 3373106 h 6837172"/>
                <a:gd name="connsiteX18" fmla="*/ 1043033 w 2545001"/>
                <a:gd name="connsiteY18" fmla="*/ 4324398 h 6837172"/>
                <a:gd name="connsiteX19" fmla="*/ 1171990 w 2545001"/>
                <a:gd name="connsiteY19" fmla="*/ 4548009 h 6837172"/>
                <a:gd name="connsiteX20" fmla="*/ 1385654 w 2545001"/>
                <a:gd name="connsiteY20" fmla="*/ 4448205 h 6837172"/>
                <a:gd name="connsiteX21" fmla="*/ 1385654 w 2545001"/>
                <a:gd name="connsiteY21" fmla="*/ 4446942 h 6837172"/>
                <a:gd name="connsiteX22" fmla="*/ 1725746 w 2545001"/>
                <a:gd name="connsiteY22" fmla="*/ 3178553 h 6837172"/>
                <a:gd name="connsiteX23" fmla="*/ 2545002 w 2545001"/>
                <a:gd name="connsiteY23" fmla="*/ 1263 h 6837172"/>
                <a:gd name="connsiteX24" fmla="*/ 2518452 w 2545001"/>
                <a:gd name="connsiteY24" fmla="*/ 0 h 6837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545001" h="6837172">
                  <a:moveTo>
                    <a:pt x="2518452" y="0"/>
                  </a:moveTo>
                  <a:lnTo>
                    <a:pt x="1701725" y="3172236"/>
                  </a:lnTo>
                  <a:lnTo>
                    <a:pt x="1361633" y="4439362"/>
                  </a:lnTo>
                  <a:cubicBezTo>
                    <a:pt x="1328761" y="4508845"/>
                    <a:pt x="1251640" y="4544219"/>
                    <a:pt x="1178312" y="4524005"/>
                  </a:cubicBezTo>
                  <a:cubicBezTo>
                    <a:pt x="1094869" y="4501265"/>
                    <a:pt x="1044298" y="4414095"/>
                    <a:pt x="1067055" y="4330715"/>
                  </a:cubicBezTo>
                  <a:lnTo>
                    <a:pt x="1324969" y="3379423"/>
                  </a:lnTo>
                  <a:cubicBezTo>
                    <a:pt x="1337611" y="3332679"/>
                    <a:pt x="1331290" y="3283409"/>
                    <a:pt x="1307268" y="3240456"/>
                  </a:cubicBezTo>
                  <a:cubicBezTo>
                    <a:pt x="1283247" y="3197503"/>
                    <a:pt x="1244054" y="3167183"/>
                    <a:pt x="1196012" y="3154549"/>
                  </a:cubicBezTo>
                  <a:cubicBezTo>
                    <a:pt x="1098662" y="3128019"/>
                    <a:pt x="997519" y="3186133"/>
                    <a:pt x="972233" y="3283409"/>
                  </a:cubicBezTo>
                  <a:lnTo>
                    <a:pt x="580306" y="4728666"/>
                  </a:lnTo>
                  <a:lnTo>
                    <a:pt x="5057" y="6820750"/>
                  </a:lnTo>
                  <a:cubicBezTo>
                    <a:pt x="5057" y="6820750"/>
                    <a:pt x="1264" y="6833383"/>
                    <a:pt x="0" y="6837173"/>
                  </a:cubicBezTo>
                  <a:lnTo>
                    <a:pt x="26550" y="6837173"/>
                  </a:lnTo>
                  <a:lnTo>
                    <a:pt x="605591" y="4736246"/>
                  </a:lnTo>
                  <a:lnTo>
                    <a:pt x="997519" y="3290990"/>
                  </a:lnTo>
                  <a:cubicBezTo>
                    <a:pt x="1020276" y="3207609"/>
                    <a:pt x="1107512" y="3157076"/>
                    <a:pt x="1190954" y="3179816"/>
                  </a:cubicBezTo>
                  <a:cubicBezTo>
                    <a:pt x="1231411" y="3191186"/>
                    <a:pt x="1265547" y="3216453"/>
                    <a:pt x="1285776" y="3253089"/>
                  </a:cubicBezTo>
                  <a:cubicBezTo>
                    <a:pt x="1307268" y="3289726"/>
                    <a:pt x="1312326" y="3331416"/>
                    <a:pt x="1300947" y="3373106"/>
                  </a:cubicBezTo>
                  <a:lnTo>
                    <a:pt x="1043033" y="4324398"/>
                  </a:lnTo>
                  <a:cubicBezTo>
                    <a:pt x="1016483" y="4421675"/>
                    <a:pt x="1074640" y="4522742"/>
                    <a:pt x="1171990" y="4548009"/>
                  </a:cubicBezTo>
                  <a:cubicBezTo>
                    <a:pt x="1257961" y="4570749"/>
                    <a:pt x="1347725" y="4529059"/>
                    <a:pt x="1385654" y="4448205"/>
                  </a:cubicBezTo>
                  <a:lnTo>
                    <a:pt x="1385654" y="4446942"/>
                  </a:lnTo>
                  <a:lnTo>
                    <a:pt x="1725746" y="3178553"/>
                  </a:lnTo>
                  <a:lnTo>
                    <a:pt x="2545002" y="1263"/>
                  </a:lnTo>
                  <a:cubicBezTo>
                    <a:pt x="2536151" y="0"/>
                    <a:pt x="2527302" y="0"/>
                    <a:pt x="2518452" y="0"/>
                  </a:cubicBezTo>
                  <a:close/>
                </a:path>
              </a:pathLst>
            </a:custGeom>
            <a:solidFill>
              <a:schemeClr val="accent1"/>
            </a:solidFill>
            <a:ln w="1263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33BC35A-F255-48AA-48B8-D6561A6FAB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9704" y="0"/>
              <a:ext cx="1822122" cy="6871447"/>
            </a:xfrm>
            <a:prstGeom prst="line">
              <a:avLst/>
            </a:prstGeom>
            <a:ln w="222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99485134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11534312">
      <a:dk1>
        <a:srgbClr val="000000"/>
      </a:dk1>
      <a:lt1>
        <a:srgbClr val="FFFFFF"/>
      </a:lt1>
      <a:dk2>
        <a:srgbClr val="D87A1A"/>
      </a:dk2>
      <a:lt2>
        <a:srgbClr val="E7E6E6"/>
      </a:lt2>
      <a:accent1>
        <a:srgbClr val="FFBA00"/>
      </a:accent1>
      <a:accent2>
        <a:srgbClr val="7229D2"/>
      </a:accent2>
      <a:accent3>
        <a:srgbClr val="C62FE1"/>
      </a:accent3>
      <a:accent4>
        <a:srgbClr val="CF1DA0"/>
      </a:accent4>
      <a:accent5>
        <a:srgbClr val="E12F68"/>
      </a:accent5>
      <a:accent6>
        <a:srgbClr val="CF2E1D"/>
      </a:accent6>
      <a:hlink>
        <a:srgbClr val="87882D"/>
      </a:hlink>
      <a:folHlink>
        <a:srgbClr val="7F7F7F"/>
      </a:folHlink>
    </a:clrScheme>
    <a:fontScheme name="Custom 62">
      <a:majorFont>
        <a:latin typeface="Book Antiqua"/>
        <a:ea typeface=""/>
        <a:cs typeface=""/>
      </a:majorFont>
      <a:minorFont>
        <a:latin typeface="Century Gothic"/>
        <a:ea typeface=""/>
        <a:cs typeface="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11534312_Win32_SL_V3" id="{997564FD-A068-4008-83B6-070AA4A47434}" vid="{E6A5A359-31DF-46AC-82A0-260451C80A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ACD227D-A683-415D-A610-20912E1CEA1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CE11EC4-AF13-4A6E-A5E0-5A264B291FD2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9E5DFD21-F030-4913-A53B-53AB3DF1C0E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Classic corporate teach a course slides</Template>
  <TotalTime>93</TotalTime>
  <Words>177</Words>
  <Application>Microsoft Office PowerPoint</Application>
  <PresentationFormat>Widescreen</PresentationFormat>
  <Paragraphs>52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Book Antiqua</vt:lpstr>
      <vt:lpstr>Calibri</vt:lpstr>
      <vt:lpstr>Century Gothic</vt:lpstr>
      <vt:lpstr>Courier New</vt:lpstr>
      <vt:lpstr>Custom</vt:lpstr>
      <vt:lpstr>Cyber Security</vt:lpstr>
      <vt:lpstr>What is Cyber Security</vt:lpstr>
      <vt:lpstr>Why Is Cyber Security Important</vt:lpstr>
      <vt:lpstr>Example Threat - Ransom</vt:lpstr>
      <vt:lpstr>Ransom Attack Time Line</vt:lpstr>
      <vt:lpstr>Best Practice – Protection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Leon Chang</dc:creator>
  <cp:lastModifiedBy>Leon Chang</cp:lastModifiedBy>
  <cp:revision>3</cp:revision>
  <dcterms:created xsi:type="dcterms:W3CDTF">2026-06-18T22:13:38Z</dcterms:created>
  <dcterms:modified xsi:type="dcterms:W3CDTF">2026-06-18T23:47:28Z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